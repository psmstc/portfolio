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9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1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37B5D0-F4FC-4FCF-8F30-5107CC89F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E3E125-1772-4BA5-A3A0-D00DAE3499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F8E261-79E8-465C-B547-2470241DA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7078-5721-404D-BBCD-4E950EBCA21B}" type="datetimeFigureOut">
              <a:rPr lang="ru-RU" smtClean="0"/>
              <a:t>28.09.2022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A6F85CB-A83F-4D3F-89D5-A546B4D4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2EDDF5-A4D1-47B4-9260-43217A749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CF2-8779-4B10-93E7-86B1DC567E7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4461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3BEEE-9CA5-4878-A97B-FA21F91F6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3347A9-DAF3-40A1-A426-9E3642E24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56927F-FEEA-4876-ACFA-2681AEBBB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7078-5721-404D-BBCD-4E950EBCA21B}" type="datetimeFigureOut">
              <a:rPr lang="ru-RU" smtClean="0"/>
              <a:t>28.09.2022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CF220C-A585-43EC-A49D-6AF11E0D2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6D38F3-C31D-46CE-8208-94F3E0F6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CF2-8779-4B10-93E7-86B1DC567E7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3420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35B8E-4328-4ACD-9AB6-B26D9C651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09A962-7AA8-4056-9552-B6E33E435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E5FEC2-FAEB-4881-9A4F-08542A63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7078-5721-404D-BBCD-4E950EBCA21B}" type="datetimeFigureOut">
              <a:rPr lang="ru-RU" smtClean="0"/>
              <a:t>28.09.2022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B7967D-49B1-44D7-A72D-BEFF195F9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365C25-B626-4535-8AE2-C99B099CC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CF2-8779-4B10-93E7-86B1DC567E7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2721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6E6D24-0DF9-49CD-AFB6-4AF04A75A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9ABCD2-B00E-4522-8592-FE32C11B52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E7BEE5D-4970-4FC3-93A0-B0A00AD4E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00DC3A-FD27-407F-8F01-523AC38D5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7078-5721-404D-BBCD-4E950EBCA21B}" type="datetimeFigureOut">
              <a:rPr lang="ru-RU" smtClean="0"/>
              <a:t>28.09.2022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AC1854-C58F-4BB9-A3D3-A4FF12AD8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019695-DC7E-4E94-98DC-177EF4C72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CF2-8779-4B10-93E7-86B1DC567E7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5226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8CD71F-8851-4B95-A30F-5136AF8D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5DB896-4C91-4CB2-9ACE-6011F75EB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DE8C22-ADD4-4804-B702-F672B2150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655DFA-D34C-4457-920D-F49912F1D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F31AB87-BB91-4DC7-8538-B91ABB0A0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3717E75-7DB2-4EE0-A42B-47BAF9AEE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7078-5721-404D-BBCD-4E950EBCA21B}" type="datetimeFigureOut">
              <a:rPr lang="ru-RU" smtClean="0"/>
              <a:t>28.09.2022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94F0D0F-07D2-4D24-B1C5-FB51F3C1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2B730EA-AB13-442B-954A-99CE2E4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CF2-8779-4B10-93E7-86B1DC567E7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6262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08F3BC-6435-44E4-9EFB-7AFED00F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B8BCACD-A86A-418F-8CC8-A70122A08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7078-5721-404D-BBCD-4E950EBCA21B}" type="datetimeFigureOut">
              <a:rPr lang="ru-RU" smtClean="0"/>
              <a:t>28.09.2022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2E1452E-5E69-474A-BB11-971F7AD8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42D6AAF-4505-4A16-B80C-BE1DBF86F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CF2-8779-4B10-93E7-86B1DC567E7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493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94F9D50-CD55-45FC-AB65-E91ECBD3A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7078-5721-404D-BBCD-4E950EBCA21B}" type="datetimeFigureOut">
              <a:rPr lang="ru-RU" smtClean="0"/>
              <a:t>28.09.2022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73AA47-BB3D-4E07-A5ED-31A8EAD2F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52D331-4096-47D5-836D-C30E8CEF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CF2-8779-4B10-93E7-86B1DC567E7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8014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125617-3B48-4C84-A6D0-02CE75DE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F62D69-A0A5-4DE0-A01A-25ECFE0BC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340337-AF33-4D64-A534-3E0C9B7A5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640DC0-E5E3-458D-8D33-6E1F8B3D3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7078-5721-404D-BBCD-4E950EBCA21B}" type="datetimeFigureOut">
              <a:rPr lang="ru-RU" smtClean="0"/>
              <a:t>28.09.2022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AB4192-F2F7-4660-8242-D6A2E69D1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66D30A-C267-4891-8FB4-6199C72A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CF2-8779-4B10-93E7-86B1DC567E7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9472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6C8C9-AE76-4D03-9FC6-77B56F3B5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AE8A58D-F83D-4096-8034-9138E60CD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18745D6-11AD-4480-B0F4-A2415A4B1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9FA811-8E65-4467-B7DB-5CD7404FD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7078-5721-404D-BBCD-4E950EBCA21B}" type="datetimeFigureOut">
              <a:rPr lang="ru-RU" smtClean="0"/>
              <a:t>28.09.2022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5B97C1-9160-4669-99A8-A539D3B5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721201D-9471-4BC6-AB17-CB59DD1A4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CF2-8779-4B10-93E7-86B1DC567E7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8783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44EE0-3DF8-4FB6-9443-33BF60048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DA8FFD8-7F1A-4C30-A9AF-4FB2F0F60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7CEA3D-4789-41F7-B79C-05CDEAE32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7078-5721-404D-BBCD-4E950EBCA21B}" type="datetimeFigureOut">
              <a:rPr lang="ru-RU" smtClean="0"/>
              <a:t>28.09.2022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E2B7AA-82C9-476C-AF15-BF50BE82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A35D3E-C592-4B3D-9BC3-72BA16FE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CF2-8779-4B10-93E7-86B1DC567E7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665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9153A83-C4D5-47F4-8D72-D83BB689DE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E11A71-1C11-492C-9B0C-B88E95419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4F5AB9-A84F-416B-931E-E693C9814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E7078-5721-404D-BBCD-4E950EBCA21B}" type="datetimeFigureOut">
              <a:rPr lang="ru-RU" smtClean="0"/>
              <a:t>28.09.2022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671CEF-1568-48EB-A5B6-1E59597C6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139150-6C4F-4501-B2F4-1B9CCC649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DFCCF2-8779-4B10-93E7-86B1DC567E7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7361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0504D5-7119-498A-A755-746F8C47C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4D1D70-14E0-4198-AAC9-3780F3CD8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367BE6-EC49-454C-B77D-7EE5083AA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7078-5721-404D-BBCD-4E950EBCA21B}" type="datetimeFigureOut">
              <a:rPr lang="ru-RU" smtClean="0"/>
              <a:t>28.09.2022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AB9431-43D8-447B-BF15-6D03229E5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9B190E-0013-4560-9771-10637CB50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FCCF2-8779-4B10-93E7-86B1DC567E7C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4745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vk.com/away.php?utf=1&amp;to=https%3A%2F%2Flab1sim.blogspot.com%2F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34EDF-83E0-4A5C-83B3-DDAD27396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120" y="1602949"/>
            <a:ext cx="10515600" cy="2852737"/>
          </a:xfrm>
        </p:spPr>
        <p:txBody>
          <a:bodyPr/>
          <a:lstStyle/>
          <a:p>
            <a:r>
              <a:rPr lang="ru-RU" dirty="0"/>
              <a:t>Исследование видимых траекторий движения планет солнечной системы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8064D2-8C04-49FB-AF66-B6F508D19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4120" y="4455686"/>
            <a:ext cx="10515600" cy="1500187"/>
          </a:xfrm>
        </p:spPr>
        <p:txBody>
          <a:bodyPr/>
          <a:lstStyle/>
          <a:p>
            <a:r>
              <a:rPr lang="ru-RU" dirty="0"/>
              <a:t>Салимов Даниил, Ибрагимов Радмир, </a:t>
            </a:r>
            <a:r>
              <a:rPr lang="ru-RU" dirty="0" err="1"/>
              <a:t>Мархаев</a:t>
            </a:r>
            <a:r>
              <a:rPr lang="ru-RU" dirty="0"/>
              <a:t> </a:t>
            </a:r>
            <a:r>
              <a:rPr lang="ru-RU" dirty="0" err="1"/>
              <a:t>Алдар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7461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63CD1A-A87D-4BAC-8CC6-C6A7FA0A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модель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1DC6C1-486A-4B55-96DB-C59D4CABB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Мы исследовали движение Марса относительно Земли и вывели следующие уравнения, которые пригодятся при построении траектории движения Марса и других планет. </a:t>
            </a:r>
          </a:p>
          <a:p>
            <a:pPr marL="0" indent="0">
              <a:buNone/>
            </a:pPr>
            <a:r>
              <a:rPr lang="en-US" dirty="0"/>
              <a:t>x = r1 cos (w1t + f) - r2 cos (w2t + f)</a:t>
            </a:r>
            <a:endParaRPr lang="ru-RU" dirty="0"/>
          </a:p>
          <a:p>
            <a:pPr marL="0" indent="0">
              <a:buNone/>
            </a:pPr>
            <a:r>
              <a:rPr lang="en-US" dirty="0"/>
              <a:t>y = r1 sin (w1t + f) - r2 sin (w2t + f)</a:t>
            </a:r>
          </a:p>
          <a:p>
            <a:pPr marL="0" indent="0" algn="r">
              <a:buNone/>
            </a:pPr>
            <a:r>
              <a:rPr lang="ru-RU" dirty="0"/>
              <a:t>Заметим, что </a:t>
            </a:r>
            <a:r>
              <a:rPr lang="en-US" dirty="0"/>
              <a:t>w = 2Pi/T</a:t>
            </a:r>
            <a:r>
              <a:rPr lang="ru-RU" dirty="0"/>
              <a:t>.</a:t>
            </a:r>
          </a:p>
          <a:p>
            <a:pPr marL="0" indent="0" algn="r">
              <a:buNone/>
            </a:pPr>
            <a:r>
              <a:rPr lang="ru-RU" dirty="0"/>
              <a:t> И </a:t>
            </a:r>
            <a:r>
              <a:rPr lang="en-US" dirty="0"/>
              <a:t>f </a:t>
            </a:r>
            <a:r>
              <a:rPr lang="ru-RU" dirty="0"/>
              <a:t>– постоянная (ей можно пренебречь)</a:t>
            </a:r>
          </a:p>
        </p:txBody>
      </p:sp>
    </p:spTree>
    <p:extLst>
      <p:ext uri="{BB962C8B-B14F-4D97-AF65-F5344CB8AC3E}">
        <p14:creationId xmlns:p14="http://schemas.microsoft.com/office/powerpoint/2010/main" val="1685347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F938CD-E221-4DD2-B1BD-3D15DCB2C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графика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597BA4-B9BC-4106-934A-D199BC098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Благодаря языку программирования </a:t>
            </a:r>
            <a:r>
              <a:rPr lang="en-US" dirty="0"/>
              <a:t>Python </a:t>
            </a:r>
            <a:r>
              <a:rPr lang="ru-RU" dirty="0"/>
              <a:t>и библиотеке </a:t>
            </a:r>
            <a:r>
              <a:rPr lang="en-US" dirty="0"/>
              <a:t>matlplotlib</a:t>
            </a:r>
            <a:r>
              <a:rPr lang="ru-RU" dirty="0"/>
              <a:t>, мы получили следующий график, который показывает движение Марса относительно Земли.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A8F205-0B91-4ADF-9780-64175B722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164" y="3015790"/>
            <a:ext cx="4353533" cy="329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25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EADE09-4B54-4EE0-9B1F-8FD1285E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графиков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07EF04-62BD-4034-AF4F-AAB857C34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Соответственно предыдущему опыту, мы составляем графики относительно следующих планет: Меркурия относительно Земли, Юпитера относительно Земли, Земли относительно Сатурна.</a:t>
            </a:r>
          </a:p>
        </p:txBody>
      </p:sp>
    </p:spTree>
    <p:extLst>
      <p:ext uri="{BB962C8B-B14F-4D97-AF65-F5344CB8AC3E}">
        <p14:creationId xmlns:p14="http://schemas.microsoft.com/office/powerpoint/2010/main" val="2641331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E157A0-270E-4546-93AE-877FC7F66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231" y="223390"/>
            <a:ext cx="7611537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35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066E2B-435F-484A-8210-71BB579C3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 программы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A518BF-D525-4355-993B-2E30BC0D5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Код написан на языке </a:t>
            </a:r>
            <a:r>
              <a:rPr lang="en-US" dirty="0"/>
              <a:t>Python</a:t>
            </a:r>
            <a:r>
              <a:rPr lang="ru-RU" dirty="0"/>
              <a:t>. И состоит он из трёх частей.</a:t>
            </a:r>
          </a:p>
        </p:txBody>
      </p:sp>
    </p:spTree>
    <p:extLst>
      <p:ext uri="{BB962C8B-B14F-4D97-AF65-F5344CB8AC3E}">
        <p14:creationId xmlns:p14="http://schemas.microsoft.com/office/powerpoint/2010/main" val="4105650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456585-3786-4302-8940-2A6A981C7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9DC53DA-8F02-4E32-9CA0-B116F1B22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Matplotlib</a:t>
            </a:r>
          </a:p>
          <a:p>
            <a:r>
              <a:rPr lang="en-US" dirty="0"/>
              <a:t>Math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7AE010-1C2C-4576-80D2-7EAF3CF64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76874"/>
            <a:ext cx="7169365" cy="148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637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FA358A-32C6-43A3-BD4E-9CCEE57F1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Расчёты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01AAF15-C9E0-42E2-928B-9B7E452CB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2168"/>
            <a:ext cx="6559061" cy="4960707"/>
          </a:xfrm>
        </p:spPr>
      </p:pic>
    </p:spTree>
    <p:extLst>
      <p:ext uri="{BB962C8B-B14F-4D97-AF65-F5344CB8AC3E}">
        <p14:creationId xmlns:p14="http://schemas.microsoft.com/office/powerpoint/2010/main" val="1060521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842F2-3529-4FCA-A16E-BBEA0A853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графиков на экран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9B05017-371B-4E5B-B5F7-AE1B745FD8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8379"/>
            <a:ext cx="8724690" cy="4351338"/>
          </a:xfrm>
        </p:spPr>
      </p:pic>
    </p:spTree>
    <p:extLst>
      <p:ext uri="{BB962C8B-B14F-4D97-AF65-F5344CB8AC3E}">
        <p14:creationId xmlns:p14="http://schemas.microsoft.com/office/powerpoint/2010/main" val="690521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8C8E13-0F95-4499-BBDC-DF7F6C7C4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Портфолио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46EC24-A4CE-4C74-B4A3-047B28F5E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Также вы можете ознакомиться с «портфолио исследователя», которые мы составили </a:t>
            </a:r>
          </a:p>
          <a:p>
            <a:pPr marL="0" indent="0">
              <a:buNone/>
            </a:pPr>
            <a:r>
              <a:rPr lang="en-US" b="0" i="0" u="none" strike="noStrike" dirty="0">
                <a:effectLst/>
                <a:latin typeface="-apple-system"/>
                <a:hlinkClick r:id="rId2"/>
              </a:rPr>
              <a:t>https://lab1sim.blogspot.com/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7957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97722-9657-4717-B031-328AADCD7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1B0F77-2E75-43EA-BD8E-13D89EA55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Достигнута задача построения траектории движения планет</a:t>
            </a:r>
          </a:p>
          <a:p>
            <a:r>
              <a:rPr lang="ru-RU" dirty="0"/>
              <a:t>Заполнено «портфолио исследователя»</a:t>
            </a:r>
          </a:p>
        </p:txBody>
      </p:sp>
    </p:spTree>
    <p:extLst>
      <p:ext uri="{BB962C8B-B14F-4D97-AF65-F5344CB8AC3E}">
        <p14:creationId xmlns:p14="http://schemas.microsoft.com/office/powerpoint/2010/main" val="531921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11B9AC-BCEA-44C8-9F28-F7A408B26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E05B979-22FA-4D13-94D3-255B0D1B52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38299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199</Words>
  <Application>Microsoft Office PowerPoint</Application>
  <PresentationFormat>Широкоэкранный</PresentationFormat>
  <Paragraphs>26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Тема Office</vt:lpstr>
      <vt:lpstr>Исследование видимых траекторий движения планет солнечной системы</vt:lpstr>
      <vt:lpstr>Математическая модель</vt:lpstr>
      <vt:lpstr>Построение графика</vt:lpstr>
      <vt:lpstr>Построение графиков</vt:lpstr>
      <vt:lpstr>Презентация PowerPoint</vt:lpstr>
      <vt:lpstr>Код программы </vt:lpstr>
      <vt:lpstr>Библиотеки</vt:lpstr>
      <vt:lpstr>Расчёты</vt:lpstr>
      <vt:lpstr>Вывод графиков на экран</vt:lpstr>
      <vt:lpstr>Портфолио</vt:lpstr>
      <vt:lpstr>Вывод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Траектории планет</dc:title>
  <dc:creator>psm</dc:creator>
  <cp:lastModifiedBy>psm</cp:lastModifiedBy>
  <cp:revision>3</cp:revision>
  <dcterms:created xsi:type="dcterms:W3CDTF">2022-09-27T18:40:10Z</dcterms:created>
  <dcterms:modified xsi:type="dcterms:W3CDTF">2022-09-28T09:38:38Z</dcterms:modified>
</cp:coreProperties>
</file>