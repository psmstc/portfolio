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67CC2-810E-4369-AAD5-D8BF348CE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04A499-BE58-41BD-9C77-4D4B14A7D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AC800C-DD75-4DC2-905C-E082FAB08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AC4958-B935-437C-B385-FBE3D90E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37888C-09C2-4197-8AF7-29CCF77DF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27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104AE-8D6C-4702-ABCF-5837DD9AC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772602-9C16-4102-94C6-0A1ACD368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25B3B0-7765-404E-B8E5-DD600AF18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452FA6-973C-4157-8A25-445E2D17E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6F896-8B92-4A50-8D0A-EAB909AD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13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43F13-05AD-4D60-836B-6D3EA39A9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473F03-D019-4DBF-9DE1-E784A2FB4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E632C0-2ADB-4864-B7D1-86CDA4BE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EC20B2-9F2D-4263-8C2E-3476EE0E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61DC47-2D7B-4CAD-815C-CA4B6C0C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404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E674A-05FA-42CB-A8B6-467883E58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497ADC-AB93-4614-BB3A-E3B18D248D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756BED-3047-48E4-9596-7BE522E93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154AB0-B16B-4D36-B506-67B3CE03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4366D5-1C5C-4265-BFAD-037750436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42B7B7-9E38-419E-86B6-1A6E1520D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78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435C3-57E1-4A9A-BD51-CF2BF4AC7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8FD2B1-AABC-4896-81B4-BCF1C849B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6A2BC6-AD00-4662-976E-773F8B744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A9905B-45E9-472E-A35C-623CF9977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909D73E-4DCE-49F6-98AB-F4F3C975A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E104D8-7472-47B3-A874-A4ADFAA6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1B0AD07-7FB9-48FA-A003-DDB56754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8366C9-925D-4251-8AD9-A78B894D9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351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EED9D-A697-4BAA-90E3-B76CF73CF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31EE68-0ABB-4617-BF29-C22473A11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311AFA-EB53-4061-BA55-1F1E82A73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4493D2-9D3E-4F9B-91BF-D741184D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198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738BE5-0A74-4163-9BC0-639AB7A1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F3FAB66-F11B-451E-8DAD-414435B0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C14975-FB53-49BA-87F4-13A5D3C50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911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B89C5-C04F-45C8-8A2D-08156775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EFE6FC-EA7C-459D-A969-572BB75E6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807A23-CD5C-4D94-A038-093CA8170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6D5C53-8372-423E-8EC7-EC632D45C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FB7098-41A1-4172-8021-C166F66EB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C67216-71BB-4601-8988-D49F3AE2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6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3F6C5-45DA-48A8-9C61-8C182C946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DE3315B-F63F-4251-876A-7CFDEEA2B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8C7464-E865-4AAF-962B-A4D28E149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EA26F-DE91-452D-9B43-3782ED8A5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F7FF6B-32A0-4CC1-9F45-E7008AB07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888168-9893-4F68-B5CF-F6C96CC5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757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B6A36-D77C-4ABC-90DC-DB50D0A9B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18F0B6-E261-4243-AC24-92DF80FB6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F45BA9-27ED-4FB4-B12A-D0E15874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9DEB58-F8D6-4FEC-B26F-1A526E0F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5D7992-3878-4F20-A34E-75F94777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79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9232444-E397-4E9C-8054-18E8757F76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D18F568-F4D0-463D-A77D-BD4A4B446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174C56-764B-4D80-AEB5-5AE32B44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5EB02C-0074-4249-A7AF-D4EF0F725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9E9078-E830-495E-8ABE-7D8081D6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90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624A7C-0730-4EC5-A384-8652BD170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B564BC-116C-4F81-9135-0CB4B0A62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473508-FD03-47C9-BC60-705BDB4E2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6C67-1C43-4ACA-8B25-6E57B253FDA2}" type="datetimeFigureOut">
              <a:rPr lang="ru-RU" smtClean="0"/>
              <a:t>21.12.2022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CED698-C148-4D15-B8A4-D9638F051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A4E991-BF52-4648-903E-3A2816BAB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E454B-B9D3-49AC-918A-C8776E25A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46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56CC3-29FD-40DB-9CB2-32307B773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№6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0A52B3-7EEA-4E06-AC04-AE0D7E624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 err="1"/>
              <a:t>Мархаев</a:t>
            </a:r>
            <a:r>
              <a:rPr lang="ru-RU" dirty="0"/>
              <a:t> А.М.</a:t>
            </a:r>
          </a:p>
          <a:p>
            <a:pPr algn="r"/>
            <a:r>
              <a:rPr lang="ru-RU" dirty="0"/>
              <a:t>Ибрагимов Р.А.</a:t>
            </a:r>
          </a:p>
          <a:p>
            <a:pPr algn="r"/>
            <a:r>
              <a:rPr lang="ru-RU" dirty="0"/>
              <a:t>Салимов Д.Р.</a:t>
            </a:r>
          </a:p>
        </p:txBody>
      </p:sp>
    </p:spTree>
    <p:extLst>
      <p:ext uri="{BB962C8B-B14F-4D97-AF65-F5344CB8AC3E}">
        <p14:creationId xmlns:p14="http://schemas.microsoft.com/office/powerpoint/2010/main" val="1130718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C87AC6-9B4B-4D50-B4B8-611DED72A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F7F8B-00A4-49DF-8F04-00A6937F9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Исследовать условия</a:t>
            </a:r>
            <a:r>
              <a:rPr lang="ru-RU" sz="3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работы</a:t>
            </a:r>
            <a:r>
              <a:rPr lang="ru-RU" sz="3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источника</a:t>
            </a:r>
            <a:r>
              <a:rPr lang="ru-RU" sz="36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тока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889205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867020-1910-41ED-97C1-196095EE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D3A03C-0E8E-4F37-B829-7699E43AD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106680" indent="0" algn="just">
              <a:spcAft>
                <a:spcPts val="0"/>
              </a:spcAft>
              <a:buNone/>
            </a:pP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Исследовать условия работы такого источника:</a:t>
            </a:r>
            <a:r>
              <a:rPr lang="ru-RU" sz="3000" spc="-3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найти зависимость напряжения на нагрузке U , полной мощности P,</a:t>
            </a:r>
            <a:r>
              <a:rPr lang="ru-RU" sz="3000" spc="-3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полезной мощности </a:t>
            </a:r>
            <a:r>
              <a:rPr lang="ru-RU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Pп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коэффициента полезного действия η от</a:t>
            </a:r>
            <a:r>
              <a:rPr lang="ru-RU" sz="30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создаваемого</a:t>
            </a:r>
            <a:r>
              <a:rPr lang="ru-RU" sz="3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источником</a:t>
            </a:r>
            <a:r>
              <a:rPr lang="ru-RU" sz="3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тока</a:t>
            </a:r>
            <a:r>
              <a:rPr lang="ru-RU" sz="30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I.</a:t>
            </a:r>
          </a:p>
        </p:txBody>
      </p:sp>
    </p:spTree>
    <p:extLst>
      <p:ext uri="{BB962C8B-B14F-4D97-AF65-F5344CB8AC3E}">
        <p14:creationId xmlns:p14="http://schemas.microsoft.com/office/powerpoint/2010/main" val="152649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CECE06-DB66-41F5-B1F1-EAFA3737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модель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00E4ECD-AB21-40E0-8376-84D928DB2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9747" y="1825625"/>
            <a:ext cx="3852506" cy="4351338"/>
          </a:xfrm>
        </p:spPr>
      </p:pic>
    </p:spTree>
    <p:extLst>
      <p:ext uri="{BB962C8B-B14F-4D97-AF65-F5344CB8AC3E}">
        <p14:creationId xmlns:p14="http://schemas.microsoft.com/office/powerpoint/2010/main" val="2715625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7E466-7C06-488A-A5C5-3D3CEE0A2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Входные данные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42A2743-1114-4056-9CD1-E635EC35C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9264" y="2101363"/>
            <a:ext cx="9353471" cy="3137262"/>
          </a:xfrm>
        </p:spPr>
      </p:pic>
    </p:spTree>
    <p:extLst>
      <p:ext uri="{BB962C8B-B14F-4D97-AF65-F5344CB8AC3E}">
        <p14:creationId xmlns:p14="http://schemas.microsoft.com/office/powerpoint/2010/main" val="107031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FAF9D-5300-4BA1-B235-D6ADACB3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Графики всех зависимостей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C049909-8981-44B8-8064-2BE93FA12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3229" y="1825625"/>
            <a:ext cx="7185542" cy="4351338"/>
          </a:xfrm>
        </p:spPr>
      </p:pic>
    </p:spTree>
    <p:extLst>
      <p:ext uri="{BB962C8B-B14F-4D97-AF65-F5344CB8AC3E}">
        <p14:creationId xmlns:p14="http://schemas.microsoft.com/office/powerpoint/2010/main" val="207976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2A806-B796-4373-93BF-8EC7AD07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зависимости напряжения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A866A30-DA58-4B6D-B3E3-7FE7A2D26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0978" y="1825625"/>
            <a:ext cx="7230043" cy="4351338"/>
          </a:xfrm>
        </p:spPr>
      </p:pic>
    </p:spTree>
    <p:extLst>
      <p:ext uri="{BB962C8B-B14F-4D97-AF65-F5344CB8AC3E}">
        <p14:creationId xmlns:p14="http://schemas.microsoft.com/office/powerpoint/2010/main" val="1366849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2A806-B796-4373-93BF-8EC7AD07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зависимости мощности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CE32B4-1F4F-433A-A725-FD5C4469A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1501078"/>
            <a:ext cx="8259328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72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2A806-B796-4373-93BF-8EC7AD07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зависимости полной мощности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D8A467-5135-4FF8-BF46-5B483EB78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62" y="1539184"/>
            <a:ext cx="8240275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8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2A806-B796-4373-93BF-8EC7AD07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зависимости КПД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D9977FB-512D-4399-9EB8-186887605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6018" y="1825625"/>
            <a:ext cx="7279963" cy="4351338"/>
          </a:xfrm>
        </p:spPr>
      </p:pic>
    </p:spTree>
    <p:extLst>
      <p:ext uri="{BB962C8B-B14F-4D97-AF65-F5344CB8AC3E}">
        <p14:creationId xmlns:p14="http://schemas.microsoft.com/office/powerpoint/2010/main" val="457253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4F3356-3C9D-4ADD-9A60-8A90B6B0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D259F0-2E30-4FC2-9537-E74B8E307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630" marR="723265" indent="0">
              <a:lnSpc>
                <a:spcPct val="17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ru-RU" sz="2800" dirty="0">
                <a:effectLst/>
                <a:ea typeface="Times New Roman" panose="02020603050405020304" pitchFamily="18" charset="0"/>
              </a:rPr>
              <a:t>Проведя вычислительный эксперимент мы выяснили:</a:t>
            </a:r>
            <a:r>
              <a:rPr lang="ru-RU" sz="2800" spc="-385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ea typeface="Times New Roman" panose="02020603050405020304" pitchFamily="18" charset="0"/>
              </a:rPr>
              <a:t>Напряжение</a:t>
            </a:r>
            <a:r>
              <a:rPr lang="ru-RU" sz="2800" spc="-20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ea typeface="Times New Roman" panose="02020603050405020304" pitchFamily="18" charset="0"/>
              </a:rPr>
              <a:t>тока</a:t>
            </a:r>
            <a:r>
              <a:rPr lang="ru-RU" sz="2800" spc="-15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ea typeface="Times New Roman" panose="02020603050405020304" pitchFamily="18" charset="0"/>
              </a:rPr>
              <a:t>падает</a:t>
            </a:r>
          </a:p>
          <a:p>
            <a:pPr marL="468630" marR="723265" indent="0">
              <a:lnSpc>
                <a:spcPct val="17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ru-RU" sz="2800" dirty="0">
                <a:effectLst/>
                <a:ea typeface="Times New Roman" panose="02020603050405020304" pitchFamily="18" charset="0"/>
              </a:rPr>
              <a:t>Полная мощность возрастает</a:t>
            </a:r>
          </a:p>
          <a:p>
            <a:pPr marL="468630" marR="723265" indent="0">
              <a:lnSpc>
                <a:spcPct val="17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ru-RU" sz="2800" dirty="0">
                <a:effectLst/>
                <a:ea typeface="Times New Roman" panose="02020603050405020304" pitchFamily="18" charset="0"/>
              </a:rPr>
              <a:t>Полезная мощность уменьшается</a:t>
            </a:r>
            <a:r>
              <a:rPr lang="ru-RU" sz="2800" spc="-385" dirty="0">
                <a:effectLst/>
                <a:ea typeface="Times New Roman" panose="02020603050405020304" pitchFamily="18" charset="0"/>
              </a:rPr>
              <a:t> </a:t>
            </a:r>
          </a:p>
          <a:p>
            <a:pPr marL="468630" marR="723265" indent="0">
              <a:lnSpc>
                <a:spcPct val="17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ru-RU" sz="2800" dirty="0">
                <a:effectLst/>
                <a:ea typeface="Times New Roman" panose="02020603050405020304" pitchFamily="18" charset="0"/>
              </a:rPr>
              <a:t>К.П.Д.</a:t>
            </a:r>
            <a:r>
              <a:rPr lang="ru-RU" sz="2800" spc="5" dirty="0">
                <a:effectLst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ea typeface="Times New Roman" panose="02020603050405020304" pitchFamily="18" charset="0"/>
              </a:rPr>
              <a:t>убывает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218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7F523-265E-4EB3-9661-B663ACA2F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79839E-4A79-471F-828F-9FBD1CFBB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Выполняя лабораторную работу №6, мы исследовали условия работы источника тока, нашли зависимости напряжения на </a:t>
            </a:r>
            <a:r>
              <a:rPr lang="ru-RU"/>
              <a:t>нагрузке U, </a:t>
            </a:r>
            <a:r>
              <a:rPr lang="ru-RU" dirty="0"/>
              <a:t>полной мощности P, полезной мощности </a:t>
            </a:r>
            <a:r>
              <a:rPr lang="ru-RU" dirty="0" err="1"/>
              <a:t>Pп</a:t>
            </a:r>
            <a:r>
              <a:rPr lang="ru-RU" dirty="0"/>
              <a:t> и коэффициента полезного действия	η от создаваемого источником тока	I, построили график зависимостей.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40231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146</Words>
  <Application>Microsoft Office PowerPoint</Application>
  <PresentationFormat>Широкоэкранный</PresentationFormat>
  <Paragraphs>22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Лабораторная работа №6</vt:lpstr>
      <vt:lpstr>Цель</vt:lpstr>
      <vt:lpstr>Постановка задачи</vt:lpstr>
      <vt:lpstr>Математическая модель</vt:lpstr>
      <vt:lpstr>Входные данные</vt:lpstr>
      <vt:lpstr>Графики всех зависимостей</vt:lpstr>
      <vt:lpstr>График зависимости напряжения</vt:lpstr>
      <vt:lpstr>График зависимости мощности</vt:lpstr>
      <vt:lpstr>График зависимости полной мощности</vt:lpstr>
      <vt:lpstr>График зависимости КПД</vt:lpstr>
      <vt:lpstr>Анализ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пп пр</dc:creator>
  <cp:lastModifiedBy>пп пр</cp:lastModifiedBy>
  <cp:revision>2</cp:revision>
  <dcterms:created xsi:type="dcterms:W3CDTF">2022-12-20T22:41:34Z</dcterms:created>
  <dcterms:modified xsi:type="dcterms:W3CDTF">2022-12-21T09:01:14Z</dcterms:modified>
</cp:coreProperties>
</file>