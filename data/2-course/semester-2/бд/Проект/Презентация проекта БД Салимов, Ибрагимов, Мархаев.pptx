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5522A-6D48-21B7-4355-53C02F054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1F87DB-BF7F-7FC2-27AF-1326C6EC1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CE2321-ED98-0B7C-6C07-20BD893B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150D3-A50C-F7C9-604E-6F7ABB32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3A8B3-F054-19C6-AE87-F1A93167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25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6E2D4-15F6-F7E6-33AE-5F66C5EF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543295-A7F7-68A9-B184-45047272E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966896-5DDE-7A0D-B879-538B9F56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10D579-70A0-D0B5-0B0C-7CE8DD07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7E185F-0962-2DE8-5614-7B856A8F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36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3297D-045E-0929-B16B-68B6372A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0DF5F6-4CE8-EBB7-7E6F-DFE7EBA6F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DB2A0A-DE85-EB21-4835-437CAADD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8C8260-A59C-AAFA-0C73-DE9E5026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3ADAAB-18C5-CF30-BC3F-4954A1DD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20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E98C5-397F-D61E-B96A-A582C825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34A971-FEC3-6529-3498-776FF2553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50859B-0E7F-C32C-4EDB-1947F7043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12D5F0-BE1E-848C-AAA1-E67BB2A6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C22221-F754-6874-883A-343BE989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30891A-3E80-E271-E48E-A83649E8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612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F80AB-D6E6-C66B-7CDA-F357B928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A1FE72-D1AC-BD9B-257F-D41731E90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5B6BF0-124A-48C1-C00F-3B1F9C9EC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81569F-5897-D4C3-E534-839B40FBF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B882523-E795-F2CE-7E0A-E4920BEA7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D11E41-B98E-E673-ABE5-94371DFA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11896C-FCE7-CC95-115E-1AD24037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1189E9-FC48-0DF6-6F87-58055C6F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25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7764B-5248-1863-0190-390A7B81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276532-B9FC-E62E-14E3-FD049F1B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E9FD9E-F4EC-310A-104A-BA48FC67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902CEA-8AAD-E9C5-E354-28F590F3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84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52CD07-4BE9-11B1-FF2E-97C0ED89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8F4873-4269-D27B-9648-E4062245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4B6BD0-8B0E-7524-350D-23B746BC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82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2E90F6-09F5-02C1-112F-FA3B7FD9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70B971-2DBA-0E4D-A70D-A4529807E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DC402F-5606-A501-16C1-D7028E7CD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9545D3-827C-3CAD-7DC7-0AF1D212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97FAA8-5BD7-C236-0196-310626A3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3DAE94-A655-1F59-300D-1B732BEA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705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958FC4-27CA-1621-EE91-D4F2E37E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7F8CCC-41D3-780F-07F4-A7DAC4081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DE9A75-D493-7D25-8634-2A1A2EBF6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C29801-2DFB-64BB-26D9-6D25A238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2D1DFE-A762-5794-944F-1D31209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E5CCCC-C183-CFC9-EF65-6A54EFE6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9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4ACD7-B2B8-2DE4-E293-01ABB53C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87E843-D25A-F384-052A-7D9204BC2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CA9370-64C0-B64C-A1C4-B5D66A73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B868D6-AF70-54DA-0BAB-0650FB1D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2A874A-F209-F92C-BC9E-1E93EB35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90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1F4C47-1EEA-DB33-462C-9622A9F8C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537357-C937-BE3E-E8AB-2B876E7FF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8AF393-B882-E5C3-BBE0-02C4C6D7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983BD-2B0A-3200-2683-72F72013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3DEAC2-19EC-02AD-6CEF-CA65AACA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41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958F0B-5A8C-3632-E51D-D686BB1A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80DAEA-D239-0DEF-436F-8ECC065A2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18A76F-5D0A-2267-A9C2-C30D8F61A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CD8A6-CDAD-4394-B2D1-4AB7B4A6F07C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6E7EA7-7438-87CF-5DEE-69EECDC84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40BA3A-691A-3001-C06C-87DA24EFF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03880-AA9E-4F4B-BAAD-2AA31F0B2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41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5D7C1-3996-9B1A-D522-E00620124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реализация базы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D230E4-D5BD-D463-63AB-A7DBB54D4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Салимов Д.Р.</a:t>
            </a:r>
          </a:p>
          <a:p>
            <a:pPr algn="r"/>
            <a:r>
              <a:rPr lang="ru-RU" dirty="0"/>
              <a:t>Ибрагимов Р.А.</a:t>
            </a:r>
          </a:p>
          <a:p>
            <a:pPr algn="r"/>
            <a:r>
              <a:rPr lang="ru-RU" dirty="0" err="1"/>
              <a:t>Мархаев</a:t>
            </a:r>
            <a:r>
              <a:rPr lang="ru-RU" dirty="0"/>
              <a:t> А.М.</a:t>
            </a:r>
          </a:p>
        </p:txBody>
      </p:sp>
    </p:spTree>
    <p:extLst>
      <p:ext uri="{BB962C8B-B14F-4D97-AF65-F5344CB8AC3E}">
        <p14:creationId xmlns:p14="http://schemas.microsoft.com/office/powerpoint/2010/main" val="134795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7DB4-DF46-24A0-969D-A91E3145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Объяснение выбранной СУБД </a:t>
            </a:r>
            <a:r>
              <a:rPr lang="en-US" dirty="0" err="1"/>
              <a:t>sqlite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1D477-E5C8-DCC6-F12B-E85A6DB1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Простота в использовании</a:t>
            </a:r>
          </a:p>
          <a:p>
            <a:r>
              <a:rPr lang="ru-RU" dirty="0"/>
              <a:t>Не требует установки и настройки серверного ПО</a:t>
            </a:r>
          </a:p>
          <a:p>
            <a:r>
              <a:rPr lang="ru-RU" dirty="0"/>
              <a:t>Достаточная функциональность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151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6DFA4-1E8D-446F-B2D5-70FD1512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Нормализация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AFFB4-CC36-4DF9-0C32-5F3ADA702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8165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ProjectID</a:t>
            </a:r>
            <a:r>
              <a:rPr lang="en-US" dirty="0"/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EndDate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23881-59A9-BD3C-2B76-32FB3AF7E53A}"/>
              </a:ext>
            </a:extLst>
          </p:cNvPr>
          <p:cNvSpPr txBox="1"/>
          <p:nvPr/>
        </p:nvSpPr>
        <p:spPr>
          <a:xfrm>
            <a:off x="3913632" y="1825625"/>
            <a:ext cx="258165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Tasks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TaskID</a:t>
            </a:r>
            <a:r>
              <a:rPr lang="en-US" sz="2800" dirty="0"/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ProjectID</a:t>
            </a:r>
            <a:r>
              <a:rPr lang="en-US" sz="2800" dirty="0"/>
              <a:t> (Foreign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DueDate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Status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B13EA-37EF-06B8-1996-593D18A263BF}"/>
              </a:ext>
            </a:extLst>
          </p:cNvPr>
          <p:cNvSpPr txBox="1"/>
          <p:nvPr/>
        </p:nvSpPr>
        <p:spPr>
          <a:xfrm>
            <a:off x="6989064" y="1825625"/>
            <a:ext cx="25816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Employees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EmployeeID</a:t>
            </a:r>
            <a:r>
              <a:rPr lang="en-US" sz="2800" dirty="0"/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1257E-E987-D86E-F5DB-844FC7963C2C}"/>
              </a:ext>
            </a:extLst>
          </p:cNvPr>
          <p:cNvSpPr txBox="1"/>
          <p:nvPr/>
        </p:nvSpPr>
        <p:spPr>
          <a:xfrm>
            <a:off x="9570720" y="1800691"/>
            <a:ext cx="24993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ProjectParticipation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ParticipationID</a:t>
            </a:r>
            <a:r>
              <a:rPr lang="en-US" sz="2800" dirty="0"/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ProjectID</a:t>
            </a:r>
            <a:r>
              <a:rPr lang="en-US" sz="2800" dirty="0"/>
              <a:t> (Foreign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EmployeeID</a:t>
            </a:r>
            <a:r>
              <a:rPr lang="en-US" sz="2800" dirty="0"/>
              <a:t> (Foreign Key)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0644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A9E80-CC12-01A1-99AE-94DDDF15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</a:t>
            </a:r>
            <a:r>
              <a:rPr lang="ru-RU" dirty="0"/>
              <a:t> диаграмма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5427D6A-2A51-455E-139A-43A3300A8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431" y="1825625"/>
            <a:ext cx="6633137" cy="43513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57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66875-0E41-BDAC-4C8C-E1A61BA2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сущностей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65AF-F5CB-9A83-2917-A820BE112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83408" cy="2142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CREATE TABLE IF NOT EXISTS Projects (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ProjectID</a:t>
            </a:r>
            <a:r>
              <a:rPr lang="en-US" sz="1200" dirty="0"/>
              <a:t> INTEGER PRIMARY KEY,</a:t>
            </a:r>
          </a:p>
          <a:p>
            <a:pPr marL="0" indent="0">
              <a:buNone/>
            </a:pPr>
            <a:r>
              <a:rPr lang="en-US" sz="1200" dirty="0"/>
              <a:t>    Name TEXT NOT NULL,</a:t>
            </a:r>
          </a:p>
          <a:p>
            <a:pPr marL="0" indent="0">
              <a:buNone/>
            </a:pPr>
            <a:r>
              <a:rPr lang="en-US" sz="1200" dirty="0"/>
              <a:t>    StartDate TEXT,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EndDate</a:t>
            </a:r>
            <a:r>
              <a:rPr lang="en-US" sz="1200" dirty="0"/>
              <a:t> TEXT</a:t>
            </a:r>
          </a:p>
          <a:p>
            <a:pPr marL="0" indent="0">
              <a:buNone/>
            </a:pPr>
            <a:r>
              <a:rPr lang="en-US" sz="1200" dirty="0"/>
              <a:t>)</a:t>
            </a:r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F89AF77-596A-A037-9ADF-E544D9EA001F}"/>
              </a:ext>
            </a:extLst>
          </p:cNvPr>
          <p:cNvSpPr txBox="1">
            <a:spLocks/>
          </p:cNvSpPr>
          <p:nvPr/>
        </p:nvSpPr>
        <p:spPr>
          <a:xfrm>
            <a:off x="4319016" y="1825625"/>
            <a:ext cx="2883408" cy="21428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CREATE TABLE IF NOT EXISTS Tasks 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TaskID</a:t>
            </a:r>
            <a:r>
              <a:rPr lang="en-US" sz="1200" dirty="0"/>
              <a:t> INTEGER PRIMARY KEY,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ProjectID</a:t>
            </a:r>
            <a:r>
              <a:rPr lang="en-US" sz="1200" dirty="0"/>
              <a:t> INTEGER,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Name TEXT NOT NULL,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DueDate</a:t>
            </a:r>
            <a:r>
              <a:rPr lang="en-US" sz="1200" dirty="0"/>
              <a:t> TEXT,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Status TEXT,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FOREIGN KEY (</a:t>
            </a:r>
            <a:r>
              <a:rPr lang="en-US" sz="1200" dirty="0" err="1"/>
              <a:t>ProjectID</a:t>
            </a:r>
            <a:r>
              <a:rPr lang="en-US" sz="1200" dirty="0"/>
              <a:t>) REFERENCES Projects (</a:t>
            </a:r>
            <a:r>
              <a:rPr lang="en-US" sz="1200" dirty="0" err="1"/>
              <a:t>ProjectID</a:t>
            </a:r>
            <a:r>
              <a:rPr lang="en-US" sz="12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2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1FF0D67-D3E0-3C94-A7E3-3736417E4653}"/>
              </a:ext>
            </a:extLst>
          </p:cNvPr>
          <p:cNvSpPr txBox="1">
            <a:spLocks/>
          </p:cNvSpPr>
          <p:nvPr/>
        </p:nvSpPr>
        <p:spPr>
          <a:xfrm>
            <a:off x="7958328" y="1822450"/>
            <a:ext cx="2883408" cy="2142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CREATE TABLE IF NOT EXISTS Employees 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EmployeeID</a:t>
            </a:r>
            <a:r>
              <a:rPr lang="en-US" sz="1200" dirty="0"/>
              <a:t> INTEGER PRIMARY KEY,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Name TEXT NOT NULL,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Position TEXT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2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0070352-D0F5-565A-69DA-118DE6ECBFF9}"/>
              </a:ext>
            </a:extLst>
          </p:cNvPr>
          <p:cNvSpPr txBox="1">
            <a:spLocks/>
          </p:cNvSpPr>
          <p:nvPr/>
        </p:nvSpPr>
        <p:spPr>
          <a:xfrm>
            <a:off x="4319016" y="4350004"/>
            <a:ext cx="2883408" cy="21428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CREATE TABLE IF NOT EXISTS </a:t>
            </a:r>
            <a:r>
              <a:rPr lang="en-US" sz="1200" dirty="0" err="1"/>
              <a:t>ProjectParticipation</a:t>
            </a:r>
            <a:r>
              <a:rPr lang="en-US" sz="1200" dirty="0"/>
              <a:t> 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ParticipationID</a:t>
            </a:r>
            <a:r>
              <a:rPr lang="en-US" sz="1200" dirty="0"/>
              <a:t> INTEGER PRIMARY KEY,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ProjectID</a:t>
            </a:r>
            <a:r>
              <a:rPr lang="en-US" sz="1200" dirty="0"/>
              <a:t> INTEGER,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</a:t>
            </a:r>
            <a:r>
              <a:rPr lang="en-US" sz="1200" dirty="0" err="1"/>
              <a:t>EmployeeID</a:t>
            </a:r>
            <a:r>
              <a:rPr lang="en-US" sz="1200" dirty="0"/>
              <a:t> INTEGER,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FOREIGN KEY (</a:t>
            </a:r>
            <a:r>
              <a:rPr lang="en-US" sz="1200" dirty="0" err="1"/>
              <a:t>ProjectID</a:t>
            </a:r>
            <a:r>
              <a:rPr lang="en-US" sz="1200" dirty="0"/>
              <a:t>) REFERENCES Projects (</a:t>
            </a:r>
            <a:r>
              <a:rPr lang="en-US" sz="1200" dirty="0" err="1"/>
              <a:t>ProjectID</a:t>
            </a:r>
            <a:r>
              <a:rPr lang="en-US" sz="1200" dirty="0"/>
              <a:t>),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    FOREIGN KEY (</a:t>
            </a:r>
            <a:r>
              <a:rPr lang="en-US" sz="1200" dirty="0" err="1"/>
              <a:t>EmployeeID</a:t>
            </a:r>
            <a:r>
              <a:rPr lang="en-US" sz="1200" dirty="0"/>
              <a:t>) REFERENCES Employees (</a:t>
            </a:r>
            <a:r>
              <a:rPr lang="en-US" sz="1200" dirty="0" err="1"/>
              <a:t>EmployeeID</a:t>
            </a:r>
            <a:r>
              <a:rPr lang="en-US" sz="12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74281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1ED41-1DBD-8205-26A7-D5A70C3B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QR </a:t>
            </a:r>
            <a:r>
              <a:rPr lang="ru-RU" dirty="0"/>
              <a:t>код на файл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68847E-2E53-B02B-0AF7-E74FE8B28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7047807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231</Words>
  <Application>Microsoft Office PowerPoint</Application>
  <PresentationFormat>Широкоэкранный</PresentationFormat>
  <Paragraphs>57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Проект реализация базы данных</vt:lpstr>
      <vt:lpstr>Объяснение выбранной СУБД sqlite</vt:lpstr>
      <vt:lpstr>Нормализация данных</vt:lpstr>
      <vt:lpstr>ER диаграмма</vt:lpstr>
      <vt:lpstr>Создание сущностей</vt:lpstr>
      <vt:lpstr>QR код на файл базы данных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С.</dc:creator>
  <cp:lastModifiedBy>Даниил С.</cp:lastModifiedBy>
  <cp:revision>4</cp:revision>
  <dcterms:created xsi:type="dcterms:W3CDTF">2024-06-18T18:41:17Z</dcterms:created>
  <dcterms:modified xsi:type="dcterms:W3CDTF">2024-06-19T15:45:25Z</dcterms:modified>
</cp:coreProperties>
</file>