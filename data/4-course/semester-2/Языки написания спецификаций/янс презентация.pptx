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F1802D-4836-B1AE-8B12-822083826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161795-8B32-8510-7CB7-39FD3C1E8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6654D9-5766-D60E-CA04-4C94B7D4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D5A61-4698-4281-BC1D-42E04DA0E858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3700A2-F350-CE2E-3A53-CD44D041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30D68A-48BD-BB72-5093-F408B0F48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9D4B-4213-4479-9188-22DD70234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8602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499AE2-4781-3BF7-786B-4724A6C38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A31EBF-2D7F-4093-2036-1BBFA812D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B9E248-9597-E581-6FC4-3E6EB8D1C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D5A61-4698-4281-BC1D-42E04DA0E858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267C0E-2FE6-BCB0-1A4B-EBDD3DFFC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40EC78-7AEB-9CB6-59B7-30C837581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9D4B-4213-4479-9188-22DD70234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095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B9457D-BF8A-B32D-5011-8D167B688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7DA0F4-0E3D-A954-3BC1-718678B8B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5545B5-29F0-7605-5142-7A8110FA2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D5A61-4698-4281-BC1D-42E04DA0E858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0467FD-CF50-3880-4163-F182D9384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87B2E9-D271-60DA-559E-FBC08A0EB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9D4B-4213-4479-9188-22DD70234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9627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DF23D-27DE-A00E-614A-9A143EF08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3F52A7-52E9-A206-8B3B-EF5D297DA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DF2DDF-5509-9EAC-F2F4-49918AD91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823C88-A763-E35B-C86C-616F3CC56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D5A61-4698-4281-BC1D-42E04DA0E858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4F4FDA-D778-2008-D9D1-ED6DCDA1B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3ADED17-8E2F-E36E-16C5-BB6A5BE14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9D4B-4213-4479-9188-22DD70234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0075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69A11B-D9A8-2ABA-F2B5-30A93DF48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CB0D4E-5655-2F38-153A-2548A5BE8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BC4A9C-8E0D-B49E-84D6-A3AAB090D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B69B23E-D571-4A9C-7A46-C40520FFA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D538390-8723-50E7-5F0C-C4AA050FF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00CFF35-6B1B-8636-1A11-1B686C20C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D5A61-4698-4281-BC1D-42E04DA0E858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D9545FB-2023-461C-09B5-F52D10E2C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1015C64-801E-AC3E-E570-E7C54E614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9D4B-4213-4479-9188-22DD70234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808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AF3AA0-9787-24BC-26CB-DC73A796B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94E97EA-0D42-3CEF-7918-3D2728488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D5A61-4698-4281-BC1D-42E04DA0E858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8356A25-28AD-5C0B-9275-B2985371A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BAC2C21-4137-B83C-34F3-26E015E8A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9D4B-4213-4479-9188-22DD70234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8009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BD765B6-2433-B021-DE01-A19869217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D5A61-4698-4281-BC1D-42E04DA0E858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7F287E7-82B1-6908-6463-53893404C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99E239-226B-9F13-9D6D-5F8938D85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9D4B-4213-4479-9188-22DD70234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173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FBB237-22D9-1B63-9171-738067959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CCD3DB-1175-FCBB-F8B2-36A6A3A95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7E8C584-CCE4-C470-7033-C2F3CE655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92CBC3-FA41-5F91-8341-F492F273F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D5A61-4698-4281-BC1D-42E04DA0E858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5937C9-1AD6-75A6-9ABB-D8E46E7A4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364B9C-09A1-AAAF-5DBF-158CA4E1D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9D4B-4213-4479-9188-22DD70234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8693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995EF5-B7E1-FB59-99FA-97D72B411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0A50AB3-D14B-7290-C419-8242262269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AC825CA-F069-3C42-AA26-4BBD48ED7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CCA2CF5-591E-11A6-A1A8-BDE9AA032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D5A61-4698-4281-BC1D-42E04DA0E858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EB7E73B-8BE9-9AE6-CCD2-C48C26855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4DE2990-EFF0-4313-A857-9FA45C9BE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9D4B-4213-4479-9188-22DD70234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180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69EFF1-8989-6F5D-88FC-1745087B7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349DA7E-09FB-C718-D224-E69193EC37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F0ECEE-CB2F-4DA4-D7AB-395DBE577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D5A61-4698-4281-BC1D-42E04DA0E858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339AFE-6D2A-C3FA-60C8-B10F7FF76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247123-B455-6729-4A2E-84BDC26FD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9D4B-4213-4479-9188-22DD70234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1404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5E15340-53A4-8E67-D07E-D1946FA2AF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AA20F4E-FA34-7C4B-5EAE-C4057E2FE2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693A10-C03E-B3B0-811D-B1B42D5C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D5A61-4698-4281-BC1D-42E04DA0E858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F0614E-986F-415A-A8D9-08B89FA3F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836BAD-0BF0-8770-A78A-95E52D8CE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19D4B-4213-4479-9188-22DD70234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1151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71D70-F2A5-E967-30D3-AF8D11E56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164B81-28BA-D024-C4A3-CD0FDCEEB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AD8BB1-DD57-F38E-B823-E0705DC337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BD5A61-4698-4281-BC1D-42E04DA0E858}" type="datetimeFigureOut">
              <a:rPr lang="ru-RU" smtClean="0"/>
              <a:t>21.04.2026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85406C-46A8-B6B1-E129-CC4362DFCD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591153-BAFF-484C-FD45-DAE67DE5DC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319D4B-4213-4479-9188-22DD70234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878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E510BF-980D-D585-855A-856EBE77E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вариантов использования 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E8AEF5E-D8FB-2D3E-F5AF-F7B8531B2C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20994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41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7B790A-BAD1-826E-4F54-B46143C18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активности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27E060B-18E9-AA34-BD5D-C452CB8213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2678" y="1597025"/>
            <a:ext cx="24497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795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B66D1F-4BA7-A12A-7759-18E669646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последовательности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022C246-70EC-989E-A943-5FFA429263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61617"/>
            <a:ext cx="774902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113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B23737-C1D5-0F1D-6881-29E3C170C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состояний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F77CB30-9938-73D7-1EAA-1740E61FCA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393892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009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267FCA-EAC7-8432-601E-C329B9C4B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классов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D4A391C-E82E-BC27-7496-927D88C525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3985" y="1825625"/>
            <a:ext cx="948403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7422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11</Words>
  <Application>Microsoft Office PowerPoint</Application>
  <PresentationFormat>Широкоэкранный</PresentationFormat>
  <Paragraphs>5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Тема Office</vt:lpstr>
      <vt:lpstr>Диаграмма вариантов использования </vt:lpstr>
      <vt:lpstr>Диаграмма активности</vt:lpstr>
      <vt:lpstr>Диаграмма последовательности</vt:lpstr>
      <vt:lpstr>Диаграмма состояний</vt:lpstr>
      <vt:lpstr>Диаграмма классов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psm</dc:creator>
  <cp:lastModifiedBy>psm</cp:lastModifiedBy>
  <cp:revision>1</cp:revision>
  <dcterms:created xsi:type="dcterms:W3CDTF">2026-04-21T13:12:45Z</dcterms:created>
  <dcterms:modified xsi:type="dcterms:W3CDTF">2026-04-21T15:33:47Z</dcterms:modified>
</cp:coreProperties>
</file>