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487068-3F84-AD6E-1B2E-6262EF3ADF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6994F8-B041-A889-2A1A-CE2FA9A5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D36D71-8F1E-1D7C-476F-0A7C611B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4AA210-47D8-AEED-C9F7-98A1C027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3CE06F-1B32-2C96-C7D8-E432DB1B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65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B6B4C-49C2-F30D-BB05-E835CE73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A6B19-1E08-7DB9-5237-39923198B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C5C51-02A7-25FA-701D-001E733AA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28ED44-2E32-BEE6-4111-F80002B4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DDD98C-2FCF-9538-8A15-5B0D3E90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225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9CA08-C8FE-FFDE-094B-822CAA6A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0BC400-C8F8-F5F2-F0ED-5DC417A91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0247F9-8730-C5AC-B052-BE312BC7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EBB7ED-7C11-9876-936C-7DCAB2F80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7452D-E9A4-A6D9-3F1C-B6E3DE87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60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D828C-C8F2-B1F5-47F8-BE35F039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770A7E-10A4-4EF0-DBED-749BF9B3C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4E9E47-93C2-6FC1-0111-C842AA1D0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B3B5D2-582D-A795-9537-3DF65FD11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7BFFBB-A768-89C2-C15B-4EDB6126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4572E9-D7B0-E1C9-D7DB-BEE875AF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41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C20E3-94F0-39AE-FF27-90E8B7E3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C10FB7-9574-9E6A-528F-3B5CCA326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7D1073-2CD5-9DA7-B4B5-073D19BB1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B523DA1-FD74-0F0C-C0AB-057DE23C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1EA5F0-11E2-7EBB-A016-4C718E838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B5E237-2B59-DD94-5AF0-129A900E9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FAE390-C2EE-1EEA-4236-3B525DF9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AE4305-F3E8-D651-F635-22913C12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78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65840-B342-3DD3-0FC4-EE9A7C54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0564FA-1D8D-7FBF-518F-AB2BD416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54A9EF-0D17-5265-B879-438D9515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0A5CB38-818F-0E6D-CECD-958C5F30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1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C668AA-A260-393E-23B3-2FE4EBD72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67A5C3-87D7-7BEA-1F8E-0FD6277D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B3B412-B03B-1361-862A-0EC37EAE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2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9CCDE-2412-EC64-54D3-F6D7372E1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BF7AC6-A430-54BB-1EA8-A9EE015B5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10732D-A5B3-F2FC-3875-DCBAAC50E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FA6088-3D1F-5E23-AC13-EB94C307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B4788C-F171-0751-CC54-59527BB6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B7BFEA-D94E-784A-8F72-7FE99E04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49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DAB8E-8629-6378-6294-474BE8A64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7E34FB-5E38-2251-660B-A55F7C65B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30EE29-04BB-E2BA-FEF8-1621A5DCC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481A3B-AEB5-5767-71FD-FBCE26D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391EC-3820-D9FA-F93E-2FE6EBAD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E0BDBE-6C93-913A-55A0-238B50DB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27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A6244-83FC-E5A9-0172-B269CBB34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BC9C6D1-5692-81CB-1921-952287D94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C6E8A-745D-6CB7-2C3F-FBBCE460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329FEC-EF0B-4F53-20DC-2D862B4D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685770-F773-A1D4-F38A-81B350FEC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79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AD2F72C-8C5D-F3E7-A499-40AC4EA32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AF3105-325D-833D-7B7E-CA19F2E24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03ACD2-256A-74B7-A8B1-E9CE8F3F4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5DCC95-07D8-B7FD-1950-65D3A222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E02C6A-A7E9-4175-9137-0F76B32B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01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068A1-9DC8-4824-E056-B8CE987F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ADDDE-B022-601B-BB23-00645E140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B8F6A1-B107-D3C8-EBC3-638AE013F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D82D9-F8AA-446B-A51A-088BF324871D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A5F8B3-85C7-AA53-47A5-18E1C5EAC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87A376-9163-CCDE-0D85-FAD6AF27A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959ED-A92A-4B37-AEFF-D09F015ABE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85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about/" TargetMode="External"/><Relationship Id="rId2" Type="http://schemas.openxmlformats.org/officeDocument/2006/relationships/hyperlink" Target="https://creativecommons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earch.creativecommons.org/" TargetMode="External"/><Relationship Id="rId4" Type="http://schemas.openxmlformats.org/officeDocument/2006/relationships/hyperlink" Target="https://creativecommons.org/share-your-work/cclicens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65B228-229A-48AF-84D6-C170BE12E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Creative Commons</a:t>
            </a:r>
            <a:br>
              <a:rPr lang="en-US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2CAC7B-19CA-A89A-93C7-88D9B2412E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Салимов Д.Р.</a:t>
            </a:r>
          </a:p>
        </p:txBody>
      </p:sp>
    </p:spTree>
    <p:extLst>
      <p:ext uri="{BB962C8B-B14F-4D97-AF65-F5344CB8AC3E}">
        <p14:creationId xmlns:p14="http://schemas.microsoft.com/office/powerpoint/2010/main" val="3313414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676BF-771A-1C4A-6820-26A2DFC6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Название ресурса, год издания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50B08D-AE20-CCE2-9F9E-B7B609055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Creative Commons</a:t>
            </a:r>
            <a:br>
              <a:rPr lang="en-US" dirty="0"/>
            </a:br>
            <a:r>
              <a:rPr lang="ru-RU" dirty="0"/>
              <a:t>Международная некоммерческая организация.</a:t>
            </a:r>
            <a:br>
              <a:rPr lang="ru-RU" dirty="0"/>
            </a:br>
            <a:r>
              <a:rPr lang="ru-RU" dirty="0"/>
              <a:t>Год основания: </a:t>
            </a:r>
            <a:r>
              <a:rPr lang="ru-RU" b="1" dirty="0"/>
              <a:t>2001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Основная идея: свободное и законное распространение знаний, культуры и творчества.</a:t>
            </a:r>
          </a:p>
        </p:txBody>
      </p:sp>
    </p:spTree>
    <p:extLst>
      <p:ext uri="{BB962C8B-B14F-4D97-AF65-F5344CB8AC3E}">
        <p14:creationId xmlns:p14="http://schemas.microsoft.com/office/powerpoint/2010/main" val="304960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6A9DA-A759-2166-2EA6-38DB8326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BC54EF-CBB7-9291-0CB9-B97CBF813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D7D44D-A1C4-178B-63DC-A603C51D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488"/>
            <a:ext cx="9125712" cy="450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05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3E8C7F-0698-1426-97E1-59899830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Основные направления деятельности и функции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69820F-3CFF-806F-1419-84638208A9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0922"/>
            <a:ext cx="959576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</a:rPr>
              <a:t>Р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азработка открытых лицензий;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</a:rPr>
              <a:t>П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оддержк</a:t>
            </a:r>
            <a:r>
              <a:rPr lang="ru-RU" altLang="ru-RU" sz="2400" dirty="0">
                <a:latin typeface="Arial" panose="020B0604020202020204" pitchFamily="34" charset="0"/>
              </a:rPr>
              <a:t>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свободного распространения знаний;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Развитие открытого доступа к культуре, науке и образованию;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</a:rPr>
              <a:t>П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родвижение идеи легального обмена цифровым контентом;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</a:rPr>
              <a:t>З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ащита общественного доступа к информации. </a:t>
            </a:r>
          </a:p>
        </p:txBody>
      </p:sp>
    </p:spTree>
    <p:extLst>
      <p:ext uri="{BB962C8B-B14F-4D97-AF65-F5344CB8AC3E}">
        <p14:creationId xmlns:p14="http://schemas.microsoft.com/office/powerpoint/2010/main" val="118063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C6A5E-5B0E-3C15-BAF9-8A08ED0B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Система управления (руководство)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FFF359-81A0-8FFA-7A17-FA98AE733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Creative </a:t>
            </a:r>
            <a:r>
              <a:rPr lang="ru-RU" dirty="0" err="1"/>
              <a:t>Commons</a:t>
            </a:r>
            <a:r>
              <a:rPr lang="ru-RU" dirty="0"/>
              <a:t> — некоммерческая организация.</a:t>
            </a:r>
          </a:p>
          <a:p>
            <a:r>
              <a:rPr lang="ru-RU" dirty="0"/>
              <a:t>Основатели: </a:t>
            </a:r>
            <a:r>
              <a:rPr lang="ru-RU" b="1" dirty="0"/>
              <a:t>Лоуренс </a:t>
            </a:r>
            <a:r>
              <a:rPr lang="ru-RU" b="1" dirty="0" err="1"/>
              <a:t>Лессиг</a:t>
            </a:r>
            <a:r>
              <a:rPr lang="ru-RU" b="1" dirty="0"/>
              <a:t>, Хэл </a:t>
            </a:r>
            <a:r>
              <a:rPr lang="ru-RU" b="1" dirty="0" err="1"/>
              <a:t>Абельсон</a:t>
            </a:r>
            <a:r>
              <a:rPr lang="ru-RU" b="1" dirty="0"/>
              <a:t>, Эрик </a:t>
            </a:r>
            <a:r>
              <a:rPr lang="ru-RU" b="1" dirty="0" err="1"/>
              <a:t>Элдред</a:t>
            </a:r>
            <a:r>
              <a:rPr lang="ru-RU" dirty="0"/>
              <a:t>.</a:t>
            </a:r>
          </a:p>
          <a:p>
            <a:r>
              <a:rPr lang="ru-RU" dirty="0"/>
              <a:t>Руководство: организация управляется исполнительной командой и советом директоров.</a:t>
            </a:r>
          </a:p>
          <a:p>
            <a:r>
              <a:rPr lang="ru-RU" dirty="0"/>
              <a:t>С 2024 года генеральный директор — </a:t>
            </a:r>
            <a:r>
              <a:rPr lang="ru-RU" b="1" dirty="0"/>
              <a:t>Анна </a:t>
            </a:r>
            <a:r>
              <a:rPr lang="ru-RU" b="1" dirty="0" err="1"/>
              <a:t>Тумадоттир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344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8A3CC-46A5-BAAC-B5C5-827B1915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Структура сайта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F4F34AD-94C8-D602-C72B-E26B27F6F7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008" y="1975547"/>
            <a:ext cx="1165107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информация об организации;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Licenses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виды лицензий;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как поделиться своим произведением;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remix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как использовать чужие материалы;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новости и статьи;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Donate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поддержка проекта;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Portal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поиск открытых материалов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8656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1E280-BCFC-57C3-A1A5-2C98C5FE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Пользователи сайта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C43BD8-5796-96EC-8DB8-9DE45CBCD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Ресурс используют: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авторы и художники;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преподаватели и студенты;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исследователи;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библиотеки и музеи;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журналисты;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образовательные платформы;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некоммерческие организации;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обычные пользователи интернета.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0892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24F43-B648-88A3-962D-AA5E6D62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Оценка качества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A6BC0E-E66D-AD61-3E3D-5082B3DA3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Информация на сайте: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актуальная</a:t>
            </a:r>
            <a:r>
              <a:rPr lang="ru-RU" dirty="0"/>
              <a:t> — материалы регулярно обновляются;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достоверная</a:t>
            </a:r>
            <a:r>
              <a:rPr lang="ru-RU" dirty="0"/>
              <a:t> — публикуется официальной организацией;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полная</a:t>
            </a:r>
            <a:r>
              <a:rPr lang="ru-RU" dirty="0"/>
              <a:t> — есть лицензии, инструкции, примеры и пояснения;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практичная</a:t>
            </a:r>
            <a:r>
              <a:rPr lang="ru-RU" dirty="0"/>
              <a:t> — помогает правильно использовать цифровой контент;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международная</a:t>
            </a:r>
            <a:r>
              <a:rPr lang="ru-RU" dirty="0"/>
              <a:t> — применима в разных странах.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896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702E2-EB3C-6839-5534-369AC7BA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Расположение (город, страна)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307C5B-4305-64F3-19DC-0BAB5D39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Расположение: </a:t>
            </a:r>
            <a:r>
              <a:rPr lang="ru-RU" b="1" dirty="0"/>
              <a:t>США, Калифорния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Creative </a:t>
            </a:r>
            <a:r>
              <a:rPr lang="ru-RU" dirty="0" err="1"/>
              <a:t>Commons</a:t>
            </a:r>
            <a:r>
              <a:rPr lang="ru-RU" dirty="0"/>
              <a:t> — международная организация с глобальной сетью участников.</a:t>
            </a:r>
          </a:p>
        </p:txBody>
      </p:sp>
    </p:spTree>
    <p:extLst>
      <p:ext uri="{BB962C8B-B14F-4D97-AF65-F5344CB8AC3E}">
        <p14:creationId xmlns:p14="http://schemas.microsoft.com/office/powerpoint/2010/main" val="293948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600F4-F197-7967-3773-E5514C973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Наличие рекламы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DDA88-DE8B-AC25-2C33-92D76256D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Реклама: </a:t>
            </a:r>
            <a:r>
              <a:rPr lang="ru-RU" b="1" dirty="0"/>
              <a:t>коммерческой рекламы нет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 сайте есть призывы поддержать организацию пожертвованиями.</a:t>
            </a:r>
          </a:p>
        </p:txBody>
      </p:sp>
    </p:spTree>
    <p:extLst>
      <p:ext uri="{BB962C8B-B14F-4D97-AF65-F5344CB8AC3E}">
        <p14:creationId xmlns:p14="http://schemas.microsoft.com/office/powerpoint/2010/main" val="171439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D2A88-BE5E-FA25-E2F1-199FB2BB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502BB-EED4-84DD-22B3-AC35A0D60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https://creativecommons.org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5505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ECB68-A8F4-7E85-B7A8-0E067A7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Общее впечатление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0CB3B4-E943-F8F8-1672-6AD3738F4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Creative </a:t>
            </a:r>
            <a:r>
              <a:rPr lang="ru-RU" dirty="0" err="1"/>
              <a:t>Commons</a:t>
            </a:r>
            <a:r>
              <a:rPr lang="ru-RU" dirty="0"/>
              <a:t> — полезный и авторитетный ресурс для цифрового </a:t>
            </a:r>
            <a:r>
              <a:rPr lang="ru-RU" dirty="0" err="1"/>
              <a:t>общества.Он</a:t>
            </a:r>
            <a:r>
              <a:rPr lang="ru-RU" dirty="0"/>
              <a:t> помогает авторам делиться своими работами, а пользователям — легально использовать изображения, тексты, музыку, видео и учебные </a:t>
            </a:r>
            <a:r>
              <a:rPr lang="ru-RU" dirty="0" err="1"/>
              <a:t>материалы.Главное</a:t>
            </a:r>
            <a:r>
              <a:rPr lang="ru-RU" dirty="0"/>
              <a:t> преимущество ресурса — простое объяснение сложных вопросов авторского права.</a:t>
            </a:r>
          </a:p>
        </p:txBody>
      </p:sp>
    </p:spTree>
    <p:extLst>
      <p:ext uri="{BB962C8B-B14F-4D97-AF65-F5344CB8AC3E}">
        <p14:creationId xmlns:p14="http://schemas.microsoft.com/office/powerpoint/2010/main" val="229857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B760E-DD3C-41D8-ECF0-5E91BC7C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15FC7-43E1-9388-25FB-072DD3967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Creative Commons — </a:t>
            </a:r>
            <a:r>
              <a:rPr lang="en-US" dirty="0">
                <a:hlinkClick r:id="rId2"/>
              </a:rPr>
              <a:t>https://creativecommons.org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About Creative Commons — </a:t>
            </a:r>
            <a:r>
              <a:rPr lang="en-US" dirty="0">
                <a:hlinkClick r:id="rId3"/>
              </a:rPr>
              <a:t>https://creativecommons.org/about/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Creative Commons Licenses — </a:t>
            </a:r>
            <a:r>
              <a:rPr lang="en-US" dirty="0">
                <a:hlinkClick r:id="rId4"/>
              </a:rPr>
              <a:t>https://creativecommons.org/share-your-work/cclicenses/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CC Search Portal — </a:t>
            </a:r>
            <a:r>
              <a:rPr lang="en-US" dirty="0">
                <a:hlinkClick r:id="rId5"/>
              </a:rPr>
              <a:t>https://search.creativecommons.org/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History of Creative Commons —</a:t>
            </a:r>
            <a:r>
              <a:rPr lang="ru-RU" dirty="0"/>
              <a:t> </a:t>
            </a:r>
            <a:r>
              <a:rPr lang="en-US" dirty="0"/>
              <a:t>https://creativecommons.org/history/</a:t>
            </a:r>
          </a:p>
        </p:txBody>
      </p:sp>
    </p:spTree>
    <p:extLst>
      <p:ext uri="{BB962C8B-B14F-4D97-AF65-F5344CB8AC3E}">
        <p14:creationId xmlns:p14="http://schemas.microsoft.com/office/powerpoint/2010/main" val="4084084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402</Words>
  <Application>Microsoft Office PowerPoint</Application>
  <PresentationFormat>Широкоэкранный</PresentationFormat>
  <Paragraphs>56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Тема Office</vt:lpstr>
      <vt:lpstr>Creative Commons </vt:lpstr>
      <vt:lpstr>Название ресурса, год издания</vt:lpstr>
      <vt:lpstr>Скриншот</vt:lpstr>
      <vt:lpstr>Основные направления деятельности и функции</vt:lpstr>
      <vt:lpstr>Система управления (руководство)</vt:lpstr>
      <vt:lpstr>Структура сайта</vt:lpstr>
      <vt:lpstr>Пользователи сайта</vt:lpstr>
      <vt:lpstr>Оценка качества информации</vt:lpstr>
      <vt:lpstr>Расположение (город, страна)</vt:lpstr>
      <vt:lpstr>Наличие рекламы</vt:lpstr>
      <vt:lpstr>URL</vt:lpstr>
      <vt:lpstr>Общее впечатление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psm</dc:creator>
  <cp:lastModifiedBy>psm</cp:lastModifiedBy>
  <cp:revision>4</cp:revision>
  <dcterms:created xsi:type="dcterms:W3CDTF">2026-04-24T13:38:44Z</dcterms:created>
  <dcterms:modified xsi:type="dcterms:W3CDTF">2026-04-24T14:42:46Z</dcterms:modified>
</cp:coreProperties>
</file>