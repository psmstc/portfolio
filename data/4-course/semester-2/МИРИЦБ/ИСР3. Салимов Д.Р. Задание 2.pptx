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EAC86-84D1-54D4-97C8-5C26BC7E6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2C6988-733F-C22A-E5D8-D1A2D8D9E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8A89-ADDA-83F6-14B9-EC27EA60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F7496A-AED6-E3B3-0842-B5901F33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3AB86-908B-89F8-4508-66BD8FE8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14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0F774-9EBE-47C1-7F1A-3E4D9486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4C7FD-6130-7305-31DF-FF134501A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3E14A0-3B98-78AF-7B7E-3772A554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E3E62A-D55F-9C05-C863-B4FA6C1F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B3B65-F0DA-BB6E-391F-3DCCB9BB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64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A7E4F-CAF3-BA49-5E0A-2A31F75F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B9BA59-7E79-AFC2-3E45-D471300A7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CEE171-B4BB-EAAA-9A1B-D5A72D92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F27160-04C3-FF40-008E-19C79778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F4379-0537-A4A3-1143-D7E2BA4B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81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1AE9A-6FB3-69D4-B1BB-A048DF02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B9C312-A410-F6D7-3E99-59B44178B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B7BFF1-08DE-D6A5-7E88-A6DC837FA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EA5D4F-2D3F-3DBE-1C2C-0C8D4547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AAF76F-A947-C298-7047-5A3990FA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D227B2-9FDE-E663-9654-E79EAA3E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08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A665F-19AF-A427-E2D5-9E6AC6CC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B41306-8F8D-F09A-1458-FE6ED3738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38A940-FC51-5E13-969C-BB182D235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7C4A56-73E2-F584-28CE-836E2739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B7BAB-20D8-D0E5-33F1-60FEC55E5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98CABB-1DEF-C634-37B7-006FAAD4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5CBD9C-83B2-C6A1-005F-625B60A6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EEA6FB-05EA-9BB7-5804-8C2DF387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54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8D748-E188-B908-D5D6-555029E5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05F4AF-59C8-5BF3-32F9-C1A8DEED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2CE35D-A272-69D9-B28D-8E5BCB84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342525-EC5F-FF86-C11F-56A13DF7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9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F56176-FB58-8014-1A94-0D5ED5C3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3BBCD8-39F0-5C8C-D911-D640A9CD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78A683-ECBC-5372-61EB-EC7A1187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16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B6F4D-65B6-6513-61BD-F1D6A202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F3BAEF-6436-868B-D8C2-1240712C2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43CE93-66EA-62AB-EAA7-095DD0494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0FB104-F029-173E-92D6-560F6236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ABC179-22BA-3BEB-3FDB-E8A7CC68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55FB30-9EB1-248D-75ED-FD415C46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9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6FA0C-73AF-B150-F60E-9754A923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D0C051-F61D-7A27-014C-B605E76EE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10C835-9964-D571-6715-0C2BCA374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92D352-4B5B-F749-F6D3-8E050B15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9B4FB7-3672-F1CE-9F67-27C42E9F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BC9A14-B6EB-DC08-3C2D-C79B94DF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35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219E-9FAA-E592-4267-91F1D421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F3B016-9CDB-90CD-B189-36E5C8A4A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35699-69CB-C75F-445D-57057942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C3BA7-6DB0-D151-97D5-1B88F2DF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0BCDC0-42DE-B532-EBBD-98E5E4F9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72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2DEB1D-F93D-5569-3E14-8F4FA297D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A5AF0D-CA5B-F16F-D4CF-D878F81BF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507EAA-F75C-0635-94BF-0E7675AB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3C8058-DFAD-2950-13D5-019F44D2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22A1D6-C75C-E560-A90A-466AB0D8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91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2C87C-41AB-476F-8BD5-32FCCF6D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6F0965-72C8-27FB-7436-D2E7ED2BE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FA28E9-CA39-058F-3CD5-F311453CC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6B523-DC0B-4269-BA61-2B43005366B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BC437-5643-AC2A-81D8-B966F0E96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BE967F-8996-E1AC-9399-91AD5CE5F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AC901-08C3-402B-9E6B-B8DC53D3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66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0D41C-381C-53F3-412E-1102A386E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Reuters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08C642-6048-8486-74B1-5EC2B54E1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Международное информационное агентство</a:t>
            </a:r>
          </a:p>
          <a:p>
            <a:r>
              <a:rPr lang="ru-RU" dirty="0"/>
              <a:t>Основано в 1851 году.</a:t>
            </a:r>
          </a:p>
          <a:p>
            <a:r>
              <a:rPr lang="ru-RU" dirty="0"/>
              <a:t>Выполнил Салимов Д.Р.</a:t>
            </a:r>
          </a:p>
        </p:txBody>
      </p:sp>
    </p:spTree>
    <p:extLst>
      <p:ext uri="{BB962C8B-B14F-4D97-AF65-F5344CB8AC3E}">
        <p14:creationId xmlns:p14="http://schemas.microsoft.com/office/powerpoint/2010/main" val="314592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BD1A6-1090-E23C-2CF1-8B113042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ресурса и год основания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7ABDB-6DDD-85BE-3567-D2400F649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Reuters — международное информационное агентство</a:t>
            </a:r>
          </a:p>
          <a:p>
            <a:pPr marL="0" indent="0">
              <a:buNone/>
            </a:pPr>
            <a:r>
              <a:rPr lang="ru-RU" dirty="0"/>
              <a:t>- Основано в 1851 году Полом Юлиусом Рейтером</a:t>
            </a:r>
          </a:p>
          <a:p>
            <a:pPr marL="0" indent="0">
              <a:buNone/>
            </a:pPr>
            <a:r>
              <a:rPr lang="ru-RU" dirty="0"/>
              <a:t>- Исторический центр агентства — Лондон</a:t>
            </a:r>
          </a:p>
          <a:p>
            <a:pPr marL="0" indent="0">
              <a:buNone/>
            </a:pPr>
            <a:r>
              <a:rPr lang="ru-RU" dirty="0"/>
              <a:t>- Сегодня Reuters входит в состав Thomson Reuters</a:t>
            </a:r>
          </a:p>
          <a:p>
            <a:pPr marL="0" indent="0">
              <a:buNone/>
            </a:pPr>
            <a:r>
              <a:rPr lang="ru-RU" dirty="0"/>
              <a:t>- Сайт: Reuters.com</a:t>
            </a:r>
          </a:p>
        </p:txBody>
      </p:sp>
    </p:spTree>
    <p:extLst>
      <p:ext uri="{BB962C8B-B14F-4D97-AF65-F5344CB8AC3E}">
        <p14:creationId xmlns:p14="http://schemas.microsoft.com/office/powerpoint/2010/main" val="279514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3A7B7-E99F-9B82-2E76-C685F0A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 сайта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6251F1-7F95-7F7C-CFD3-F59F816AA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7669" y="1825625"/>
            <a:ext cx="8776662" cy="4351338"/>
          </a:xfrm>
        </p:spPr>
      </p:pic>
    </p:spTree>
    <p:extLst>
      <p:ext uri="{BB962C8B-B14F-4D97-AF65-F5344CB8AC3E}">
        <p14:creationId xmlns:p14="http://schemas.microsoft.com/office/powerpoint/2010/main" val="48820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8DCC3-9A0B-6723-1A8E-87FD14DA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направления деятельности и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749DE3-686A-6023-5A36-8E0484A6B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Оперативное освещение мировых новостей</a:t>
            </a:r>
          </a:p>
          <a:p>
            <a:pPr marL="0" indent="0">
              <a:buNone/>
            </a:pPr>
            <a:r>
              <a:rPr lang="ru-RU" dirty="0"/>
              <a:t>- Публикация политических, экономических и общественных материалов</a:t>
            </a:r>
          </a:p>
          <a:p>
            <a:pPr marL="0" indent="0">
              <a:buNone/>
            </a:pPr>
            <a:r>
              <a:rPr lang="ru-RU" dirty="0"/>
              <a:t>- Подготовка фото, видео, аналитики и инфографики</a:t>
            </a:r>
          </a:p>
          <a:p>
            <a:pPr marL="0" indent="0">
              <a:buNone/>
            </a:pPr>
            <a:r>
              <a:rPr lang="ru-RU" dirty="0"/>
              <a:t>- Распространение контента для других СМИ и цифровых платформ</a:t>
            </a:r>
          </a:p>
          <a:p>
            <a:pPr marL="0" indent="0">
              <a:buNone/>
            </a:pPr>
            <a:r>
              <a:rPr lang="ru-RU" dirty="0"/>
              <a:t>- Работа с профессиональными клиентами и редакциями</a:t>
            </a:r>
          </a:p>
        </p:txBody>
      </p:sp>
    </p:spTree>
    <p:extLst>
      <p:ext uri="{BB962C8B-B14F-4D97-AF65-F5344CB8AC3E}">
        <p14:creationId xmlns:p14="http://schemas.microsoft.com/office/powerpoint/2010/main" val="36749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CC2CD-DACD-A2C5-14BB-68B86C9E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07B74F-C996-6629-714A-C71D7CDF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Reuters </a:t>
            </a:r>
            <a:r>
              <a:rPr lang="ru-RU" dirty="0"/>
              <a:t>входит в состав </a:t>
            </a:r>
            <a:r>
              <a:rPr lang="en-US" dirty="0"/>
              <a:t>Thomson Reuters</a:t>
            </a:r>
          </a:p>
          <a:p>
            <a:pPr marL="0" indent="0">
              <a:buNone/>
            </a:pPr>
            <a:r>
              <a:rPr lang="en-US" dirty="0"/>
              <a:t>- Steve </a:t>
            </a:r>
            <a:r>
              <a:rPr lang="en-US" dirty="0" err="1"/>
              <a:t>Hasker</a:t>
            </a:r>
            <a:r>
              <a:rPr lang="en-US" dirty="0"/>
              <a:t> — President and CEO, Thomson Reuters</a:t>
            </a:r>
          </a:p>
          <a:p>
            <a:pPr marL="0" indent="0">
              <a:buNone/>
            </a:pPr>
            <a:r>
              <a:rPr lang="en-US" dirty="0"/>
              <a:t>- David Thomson — Chairman, Thomson Reuters</a:t>
            </a:r>
          </a:p>
          <a:p>
            <a:pPr marL="0" indent="0">
              <a:buNone/>
            </a:pPr>
            <a:r>
              <a:rPr lang="en-US" dirty="0"/>
              <a:t>- Paul </a:t>
            </a:r>
            <a:r>
              <a:rPr lang="en-US" dirty="0" err="1"/>
              <a:t>Bascobert</a:t>
            </a:r>
            <a:r>
              <a:rPr lang="en-US" dirty="0"/>
              <a:t> — President, Reuters</a:t>
            </a:r>
          </a:p>
          <a:p>
            <a:pPr marL="0" indent="0">
              <a:buNone/>
            </a:pPr>
            <a:r>
              <a:rPr lang="en-US" dirty="0"/>
              <a:t>- Alessandra </a:t>
            </a:r>
            <a:r>
              <a:rPr lang="en-US" dirty="0" err="1"/>
              <a:t>Galloni</a:t>
            </a:r>
            <a:r>
              <a:rPr lang="en-US" dirty="0"/>
              <a:t> — Editor-in-Chief, Reuters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Редакционная независимость поддерживается </a:t>
            </a:r>
            <a:r>
              <a:rPr lang="en-US" dirty="0"/>
              <a:t>Trust Principles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23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FA8CF-EF5C-30E3-1D21-8D6D14AE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88741E-277F-C41E-D35C-B0C9B66C3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Основные разделы: World, Business, Markets, Technology</a:t>
            </a:r>
          </a:p>
          <a:p>
            <a:pPr marL="0" indent="0">
              <a:buNone/>
            </a:pPr>
            <a:r>
              <a:rPr lang="ru-RU" dirty="0"/>
              <a:t>- Дополнительные разделы: Environment, Pictures, Video</a:t>
            </a:r>
          </a:p>
          <a:p>
            <a:pPr marL="0" indent="0">
              <a:buNone/>
            </a:pPr>
            <a:r>
              <a:rPr lang="ru-RU" dirty="0"/>
              <a:t>- Есть аналитические материалы и спецпроекты</a:t>
            </a:r>
          </a:p>
          <a:p>
            <a:pPr marL="0" indent="0">
              <a:buNone/>
            </a:pPr>
            <a:r>
              <a:rPr lang="ru-RU" dirty="0"/>
              <a:t>- Сайт сочетает новости для широкой аудитории и сервисы для профессионалов</a:t>
            </a:r>
          </a:p>
          <a:p>
            <a:pPr marL="0" indent="0">
              <a:buNone/>
            </a:pPr>
            <a:r>
              <a:rPr lang="ru-RU" dirty="0"/>
              <a:t>- Навигация построена по темам и регионам</a:t>
            </a:r>
          </a:p>
        </p:txBody>
      </p:sp>
    </p:spTree>
    <p:extLst>
      <p:ext uri="{BB962C8B-B14F-4D97-AF65-F5344CB8AC3E}">
        <p14:creationId xmlns:p14="http://schemas.microsoft.com/office/powerpoint/2010/main" val="366096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F4102-06D5-3612-F815-DC5541C8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D538F8-ABC6-DB20-A11B-850632F6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Массовая аудитория</a:t>
            </a:r>
          </a:p>
          <a:p>
            <a:pPr marL="0" indent="0">
              <a:buNone/>
            </a:pPr>
            <a:r>
              <a:rPr lang="ru-RU" dirty="0"/>
              <a:t>- Журналисты и редакции</a:t>
            </a:r>
          </a:p>
          <a:p>
            <a:pPr marL="0" indent="0">
              <a:buNone/>
            </a:pPr>
            <a:r>
              <a:rPr lang="ru-RU" dirty="0"/>
              <a:t>- Бизнес и финансовые аналитики</a:t>
            </a:r>
          </a:p>
          <a:p>
            <a:pPr marL="0" indent="0">
              <a:buNone/>
            </a:pPr>
            <a:r>
              <a:rPr lang="ru-RU" dirty="0"/>
              <a:t>- Государственные структуры</a:t>
            </a:r>
          </a:p>
          <a:p>
            <a:pPr marL="0" indent="0">
              <a:buNone/>
            </a:pPr>
            <a:r>
              <a:rPr lang="ru-RU" dirty="0"/>
              <a:t>- Корпоративные и профессиональные клиенты</a:t>
            </a:r>
          </a:p>
          <a:p>
            <a:pPr marL="0" indent="0">
              <a:buNone/>
            </a:pPr>
            <a:r>
              <a:rPr lang="ru-RU" dirty="0"/>
              <a:t>- Пользователи, которым важны скорость и достоверность новостей</a:t>
            </a:r>
          </a:p>
        </p:txBody>
      </p:sp>
    </p:spTree>
    <p:extLst>
      <p:ext uri="{BB962C8B-B14F-4D97-AF65-F5344CB8AC3E}">
        <p14:creationId xmlns:p14="http://schemas.microsoft.com/office/powerpoint/2010/main" val="96610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569F8-3474-8E2D-56A0-089D6775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качества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1B57F4-AE12-6DB5-FB13-BD7BDF97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Информация актуальная и оперативная</a:t>
            </a:r>
          </a:p>
          <a:p>
            <a:pPr marL="0" indent="0">
              <a:buNone/>
            </a:pPr>
            <a:r>
              <a:rPr lang="ru-RU" dirty="0"/>
              <a:t>- Reuters считается одним из самых надежных международных источников</a:t>
            </a:r>
          </a:p>
          <a:p>
            <a:pPr marL="0" indent="0">
              <a:buNone/>
            </a:pPr>
            <a:r>
              <a:rPr lang="ru-RU" dirty="0"/>
              <a:t>- Материалы отличаются точностью и сдержанным стилем</a:t>
            </a:r>
          </a:p>
          <a:p>
            <a:pPr marL="0" indent="0">
              <a:buNone/>
            </a:pPr>
            <a:r>
              <a:rPr lang="ru-RU" dirty="0"/>
              <a:t>- Сильные стороны: глобальный охват, высокая скорость, доверие аудитории</a:t>
            </a:r>
          </a:p>
          <a:p>
            <a:pPr marL="0" indent="0">
              <a:buNone/>
            </a:pPr>
            <a:r>
              <a:rPr lang="ru-RU" dirty="0"/>
              <a:t>- Возможный минус: краткая подача без избыточных объяснений</a:t>
            </a:r>
          </a:p>
        </p:txBody>
      </p:sp>
    </p:spTree>
    <p:extLst>
      <p:ext uri="{BB962C8B-B14F-4D97-AF65-F5344CB8AC3E}">
        <p14:creationId xmlns:p14="http://schemas.microsoft.com/office/powerpoint/2010/main" val="65067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CAEB7-22D9-9782-F979-18F56F5C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52F31E-49A8-0574-B296-CD0302EE0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Город: Лондон</a:t>
            </a:r>
          </a:p>
          <a:p>
            <a:pPr marL="0" indent="0">
              <a:buNone/>
            </a:pPr>
            <a:r>
              <a:rPr lang="ru-RU" dirty="0"/>
              <a:t>- Страна: Великобритания</a:t>
            </a:r>
          </a:p>
          <a:p>
            <a:pPr marL="0" indent="0">
              <a:buNone/>
            </a:pPr>
            <a:r>
              <a:rPr lang="ru-RU" dirty="0"/>
              <a:t>- Reuters работает как глобальная международная сеть</a:t>
            </a:r>
          </a:p>
          <a:p>
            <a:pPr marL="0" indent="0">
              <a:buNone/>
            </a:pPr>
            <a:r>
              <a:rPr lang="ru-RU" dirty="0"/>
              <a:t>- Корреспонденты и редакционные команды находятся в разных странах мира</a:t>
            </a:r>
          </a:p>
        </p:txBody>
      </p:sp>
    </p:spTree>
    <p:extLst>
      <p:ext uri="{BB962C8B-B14F-4D97-AF65-F5344CB8AC3E}">
        <p14:creationId xmlns:p14="http://schemas.microsoft.com/office/powerpoint/2010/main" val="304535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0A494-0F43-D552-CE70-3257F9689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Наличие рекламы, URL, 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FF45D4-334D-F257-5C7B-2D06A67DA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На сайте присутствуют рекламные и брендированные материалы</a:t>
            </a:r>
          </a:p>
          <a:p>
            <a:pPr marL="0" indent="0">
              <a:buNone/>
            </a:pPr>
            <a:r>
              <a:rPr lang="ru-RU" dirty="0"/>
              <a:t>- Основной адрес сайта: https://www.reuters.com</a:t>
            </a:r>
          </a:p>
          <a:p>
            <a:pPr marL="0" indent="0">
              <a:buNone/>
            </a:pPr>
            <a:r>
              <a:rPr lang="ru-RU" dirty="0"/>
              <a:t>- Reuters производит впечатление строгого и профессионального ресурса</a:t>
            </a:r>
          </a:p>
          <a:p>
            <a:pPr marL="0" indent="0">
              <a:buNone/>
            </a:pPr>
            <a:r>
              <a:rPr lang="ru-RU" dirty="0"/>
              <a:t>- Сайт ориентирован на точность, оперативность и международную повестку</a:t>
            </a:r>
          </a:p>
          <a:p>
            <a:pPr marL="0" indent="0">
              <a:buNone/>
            </a:pPr>
            <a:r>
              <a:rPr lang="ru-RU" dirty="0"/>
              <a:t>- Это один из самых авторитетных новостных ресурсов мира</a:t>
            </a:r>
          </a:p>
        </p:txBody>
      </p:sp>
    </p:spTree>
    <p:extLst>
      <p:ext uri="{BB962C8B-B14F-4D97-AF65-F5344CB8AC3E}">
        <p14:creationId xmlns:p14="http://schemas.microsoft.com/office/powerpoint/2010/main" val="2352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42917-B651-C95C-900F-FCD73170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73F59C-3196-41A8-477F-719E3C38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https://www.reuters.com</a:t>
            </a:r>
          </a:p>
          <a:p>
            <a:pPr marL="0" indent="0">
              <a:buNone/>
            </a:pPr>
            <a:r>
              <a:rPr lang="en-US" dirty="0"/>
              <a:t>- https://www.thomsonreuters.com/en/about-us</a:t>
            </a:r>
          </a:p>
          <a:p>
            <a:pPr marL="0" indent="0">
              <a:buNone/>
            </a:pPr>
            <a:r>
              <a:rPr lang="en-US" dirty="0"/>
              <a:t>- https://www.thomsonreuters.com/en/about-us/executive-team</a:t>
            </a:r>
          </a:p>
          <a:p>
            <a:pPr marL="0" indent="0">
              <a:buNone/>
            </a:pPr>
            <a:r>
              <a:rPr lang="en-US" dirty="0"/>
              <a:t>- https://www.thomsonreuters.com/en/products-services/news-media.html</a:t>
            </a:r>
          </a:p>
          <a:p>
            <a:pPr marL="0" indent="0">
              <a:buNone/>
            </a:pPr>
            <a:r>
              <a:rPr lang="en-US" dirty="0"/>
              <a:t>- https://www.thomsonreuters.com/en/about-us/trust-principles</a:t>
            </a:r>
          </a:p>
          <a:p>
            <a:pPr marL="0" indent="0">
              <a:buNone/>
            </a:pPr>
            <a:r>
              <a:rPr lang="en-US"/>
              <a:t>- https://www.thomsonreuters.com/about/company_history/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668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428</Words>
  <Application>Microsoft Office PowerPoint</Application>
  <PresentationFormat>Широкоэкранный</PresentationFormat>
  <Paragraphs>61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Reuters</vt:lpstr>
      <vt:lpstr>Название ресурса и год основания</vt:lpstr>
      <vt:lpstr>Скриншот сайта</vt:lpstr>
      <vt:lpstr>Основные направления деятельности и функции</vt:lpstr>
      <vt:lpstr>Система управления</vt:lpstr>
      <vt:lpstr>Структура сайта</vt:lpstr>
      <vt:lpstr>Пользователи сайта</vt:lpstr>
      <vt:lpstr>Оценка качества информации</vt:lpstr>
      <vt:lpstr>Расположение</vt:lpstr>
      <vt:lpstr>Наличие рекламы, URL, общее впечатление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2</cp:revision>
  <dcterms:created xsi:type="dcterms:W3CDTF">2026-04-24T14:09:30Z</dcterms:created>
  <dcterms:modified xsi:type="dcterms:W3CDTF">2026-04-24T14:13:27Z</dcterms:modified>
</cp:coreProperties>
</file>