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487068-3F84-AD6E-1B2E-6262EF3ADF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86994F8-B041-A889-2A1A-CE2FA9A56E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D36D71-8F1E-1D7C-476F-0A7C611B5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D82D9-F8AA-446B-A51A-088BF324871D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4AA210-47D8-AEED-C9F7-98A1C0274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93CE06F-1B32-2C96-C7D8-E432DB1B1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59ED-A92A-4B37-AEFF-D09F015ABE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2650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3B6B4C-49C2-F30D-BB05-E835CE738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9A6B19-1E08-7DB9-5237-39923198BD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A2C5C51-02A7-25FA-701D-001E733AA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D82D9-F8AA-446B-A51A-088BF324871D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28ED44-2E32-BEE6-4111-F80002B47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5DDD98C-2FCF-9538-8A15-5B0D3E90D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59ED-A92A-4B37-AEFF-D09F015ABE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0225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C9CA08-C8FE-FFDE-094B-822CAA6A9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90BC400-C8F8-F5F2-F0ED-5DC417A917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F0247F9-8730-C5AC-B052-BE312BC76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D82D9-F8AA-446B-A51A-088BF324871D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EBB7ED-7C11-9876-936C-7DCAB2F80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E7452D-E9A4-A6D9-3F1C-B6E3DE873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59ED-A92A-4B37-AEFF-D09F015ABE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0601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FD828C-C8F2-B1F5-47F8-BE35F0394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770A7E-10A4-4EF0-DBED-749BF9B3C5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44E9E47-93C2-6FC1-0111-C842AA1D02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FB3B5D2-582D-A795-9537-3DF65FD11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D82D9-F8AA-446B-A51A-088BF324871D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27BFFBB-A768-89C2-C15B-4EDB6126E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14572E9-D7B0-E1C9-D7DB-BEE875AF5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59ED-A92A-4B37-AEFF-D09F015ABE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8418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DC20E3-94F0-39AE-FF27-90E8B7E3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5C10FB7-9574-9E6A-528F-3B5CCA326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A7D1073-2CD5-9DA7-B4B5-073D19BB1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B523DA1-FD74-0F0C-C0AB-057DE23C57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C1EA5F0-11E2-7EBB-A016-4C718E8383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4B5E237-2B59-DD94-5AF0-129A900E9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D82D9-F8AA-446B-A51A-088BF324871D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AFAE390-C2EE-1EEA-4236-3B525DF9B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9AE4305-F3E8-D651-F635-22913C123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59ED-A92A-4B37-AEFF-D09F015ABE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8788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565840-B342-3DD3-0FC4-EE9A7C546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50564FA-1D8D-7FBF-518F-AB2BD4167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D82D9-F8AA-446B-A51A-088BF324871D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654A9EF-0D17-5265-B879-438D9515A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0A5CB38-818F-0E6D-CECD-958C5F30C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59ED-A92A-4B37-AEFF-D09F015ABE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117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AC668AA-A260-393E-23B3-2FE4EBD72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D82D9-F8AA-446B-A51A-088BF324871D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467A5C3-87D7-7BEA-1F8E-0FD6277D3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4B3B412-B03B-1361-862A-0EC37EAE9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59ED-A92A-4B37-AEFF-D09F015ABE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228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89CCDE-2412-EC64-54D3-F6D7372E1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BF7AC6-A430-54BB-1EA8-A9EE015B5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410732D-A5B3-F2FC-3875-DCBAAC50ED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DFA6088-3D1F-5E23-AC13-EB94C307C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D82D9-F8AA-446B-A51A-088BF324871D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9B4788C-F171-0751-CC54-59527BB6A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6B7BFEA-D94E-784A-8F72-7FE99E048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59ED-A92A-4B37-AEFF-D09F015ABE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5495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9DAB8E-8629-6378-6294-474BE8A64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B7E34FB-5E38-2251-660B-A55F7C65BA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330EE29-04BB-E2BA-FEF8-1621A5DCC4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5481A3B-AEB5-5767-71FD-FBCE26DA7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D82D9-F8AA-446B-A51A-088BF324871D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DC391EC-3820-D9FA-F93E-2FE6EBAD4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DE0BDBE-6C93-913A-55A0-238B50DB9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59ED-A92A-4B37-AEFF-D09F015ABE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6270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6A6244-83FC-E5A9-0172-B269CBB34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BC9C6D1-5692-81CB-1921-952287D948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96C6E8A-745D-6CB7-2C3F-FBBCE4603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D82D9-F8AA-446B-A51A-088BF324871D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329FEC-EF0B-4F53-20DC-2D862B4D2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7685770-F773-A1D4-F38A-81B350FEC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59ED-A92A-4B37-AEFF-D09F015ABE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0793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AD2F72C-8C5D-F3E7-A499-40AC4EA327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5AF3105-325D-833D-7B7E-CA19F2E24E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203ACD2-256A-74B7-A8B1-E9CE8F3F4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D82D9-F8AA-446B-A51A-088BF324871D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5DCC95-07D8-B7FD-1950-65D3A2224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9E02C6A-A7E9-4175-9137-0F76B32B6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59ED-A92A-4B37-AEFF-D09F015ABE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9012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7068A1-9DC8-4824-E056-B8CE987F2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32ADDDE-B022-601B-BB23-00645E1405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B8F6A1-B107-D3C8-EBC3-638AE013FF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3D82D9-F8AA-446B-A51A-088BF324871D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BA5F8B3-85C7-AA53-47A5-18E1C5EACB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87A376-9163-CCDE-0D85-FAD6AF27AA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E959ED-A92A-4B37-AEFF-D09F015ABE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8857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65B228-229A-48AF-84D6-C170BE12ED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Презентация по теме «Справочно-информационные системы» 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E2CAC7B-19CA-A89A-93C7-88D9B2412E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ru-RU" dirty="0"/>
              <a:t>Салимов Д.Р.</a:t>
            </a:r>
          </a:p>
        </p:txBody>
      </p:sp>
    </p:spTree>
    <p:extLst>
      <p:ext uri="{BB962C8B-B14F-4D97-AF65-F5344CB8AC3E}">
        <p14:creationId xmlns:p14="http://schemas.microsoft.com/office/powerpoint/2010/main" val="3313414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4676BF-771A-1C4A-6820-26A2DFC6D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Название ресурса, год издания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50B08D-AE20-CCE2-9F9E-B7B609055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Astronet.ru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9606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06A9DA-A759-2166-2EA6-38DB83266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Скриншот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0F4BD75D-B13C-D036-EB12-F2C7CE2466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8995" y="1825625"/>
            <a:ext cx="8814010" cy="4351338"/>
          </a:xfrm>
        </p:spPr>
      </p:pic>
    </p:spTree>
    <p:extLst>
      <p:ext uri="{BB962C8B-B14F-4D97-AF65-F5344CB8AC3E}">
        <p14:creationId xmlns:p14="http://schemas.microsoft.com/office/powerpoint/2010/main" val="2961005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3E8C7F-0698-1426-97E1-598998305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Основные направления деятельности и функции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064E88-639A-10CC-7634-607343A85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Портал распространяет научную и образовательную информацию по астрономии: статьи, справочники, глоссарии, астрономические календари, карты неба, материалы по астрофизике, космонавтике, планетам, Солнцу и любительской астрономии.</a:t>
            </a:r>
          </a:p>
        </p:txBody>
      </p:sp>
    </p:spTree>
    <p:extLst>
      <p:ext uri="{BB962C8B-B14F-4D97-AF65-F5344CB8AC3E}">
        <p14:creationId xmlns:p14="http://schemas.microsoft.com/office/powerpoint/2010/main" val="1180637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7C6A5E-5B0E-3C15-BAF9-8A08ED0B7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Система управления (руководство)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FFF359-81A0-8FFA-7A17-FA98AE733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На сайте прямо указана связь с </a:t>
            </a:r>
            <a:r>
              <a:rPr lang="ru-RU" b="1" dirty="0"/>
              <a:t>ГАИШ МГУ</a:t>
            </a:r>
            <a:r>
              <a:rPr lang="ru-RU" dirty="0"/>
              <a:t> и «Научной сетью». Проект поддерживался при участии ГАИШ МГУ, РФФИ, Научной Сети, РОО «Мир Науки и Культуры» и других организаций. </a:t>
            </a:r>
          </a:p>
        </p:txBody>
      </p:sp>
    </p:spTree>
    <p:extLst>
      <p:ext uri="{BB962C8B-B14F-4D97-AF65-F5344CB8AC3E}">
        <p14:creationId xmlns:p14="http://schemas.microsoft.com/office/powerpoint/2010/main" val="3083441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68A3CC-46A5-BAAC-B5C5-827B19157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Структура сайта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D74602-AF7F-6E35-946E-351320E76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Основные разделы: </a:t>
            </a:r>
            <a:r>
              <a:rPr lang="ru-RU" b="1" dirty="0"/>
              <a:t>Астрометрия</a:t>
            </a:r>
            <a:r>
              <a:rPr lang="ru-RU" dirty="0"/>
              <a:t>, </a:t>
            </a:r>
            <a:r>
              <a:rPr lang="ru-RU" b="1" dirty="0"/>
              <a:t>Астрономические инструменты</a:t>
            </a:r>
            <a:r>
              <a:rPr lang="ru-RU" dirty="0"/>
              <a:t>, </a:t>
            </a:r>
            <a:r>
              <a:rPr lang="ru-RU" b="1" dirty="0"/>
              <a:t>Астрономическое образование</a:t>
            </a:r>
            <a:r>
              <a:rPr lang="ru-RU" dirty="0"/>
              <a:t>, </a:t>
            </a:r>
            <a:r>
              <a:rPr lang="ru-RU" b="1" dirty="0"/>
              <a:t>Астрофизика</a:t>
            </a:r>
            <a:r>
              <a:rPr lang="ru-RU" dirty="0"/>
              <a:t>, </a:t>
            </a:r>
            <a:r>
              <a:rPr lang="ru-RU" b="1" dirty="0"/>
              <a:t>История астрономии</a:t>
            </a:r>
            <a:r>
              <a:rPr lang="ru-RU" dirty="0"/>
              <a:t>, </a:t>
            </a:r>
            <a:r>
              <a:rPr lang="ru-RU" b="1" dirty="0"/>
              <a:t>Космонавтика</a:t>
            </a:r>
            <a:r>
              <a:rPr lang="ru-RU" dirty="0"/>
              <a:t>, </a:t>
            </a:r>
            <a:r>
              <a:rPr lang="ru-RU" b="1" dirty="0"/>
              <a:t>Любительская астрономия</a:t>
            </a:r>
            <a:r>
              <a:rPr lang="ru-RU" dirty="0"/>
              <a:t>, </a:t>
            </a:r>
            <a:r>
              <a:rPr lang="ru-RU" b="1" dirty="0"/>
              <a:t>Планеты и Солнечная система</a:t>
            </a:r>
            <a:r>
              <a:rPr lang="ru-RU" dirty="0"/>
              <a:t>, </a:t>
            </a:r>
            <a:r>
              <a:rPr lang="ru-RU" b="1" dirty="0"/>
              <a:t>Солнце</a:t>
            </a:r>
            <a:r>
              <a:rPr lang="ru-RU" dirty="0"/>
              <a:t>, справочники, глоссарии, публикации, форумы, поиск. </a:t>
            </a:r>
          </a:p>
        </p:txBody>
      </p:sp>
    </p:spTree>
    <p:extLst>
      <p:ext uri="{BB962C8B-B14F-4D97-AF65-F5344CB8AC3E}">
        <p14:creationId xmlns:p14="http://schemas.microsoft.com/office/powerpoint/2010/main" val="1586565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61E280-BCFC-57C3-A1A5-2C98C5FE9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Пользователи сайта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C43BD8-5796-96EC-8DB8-9DE45CBCD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Целевая аудитория: ученые, инженеры, аспиранты, студенты, старшие школьники, преподаватели, любители астрономии и все интересующиеся космосом. Это совпадает с формулировкой цели проекта — распространение научной информации для широкого круга заинтересованных лиц. </a:t>
            </a:r>
          </a:p>
        </p:txBody>
      </p:sp>
    </p:spTree>
    <p:extLst>
      <p:ext uri="{BB962C8B-B14F-4D97-AF65-F5344CB8AC3E}">
        <p14:creationId xmlns:p14="http://schemas.microsoft.com/office/powerpoint/2010/main" val="3470892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B24F43-B648-88A3-962D-AA5E6D629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Оценка качества информации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A6BC0E-E66D-AD61-3E3D-5082B3DA3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Актуальность:</a:t>
            </a:r>
            <a:r>
              <a:rPr lang="ru-RU" dirty="0"/>
              <a:t> сайт обновляется, есть «Последние поступления» с материалами 2026 года. </a:t>
            </a:r>
            <a:r>
              <a:rPr lang="ru-RU" b="1" dirty="0"/>
              <a:t>Достоверность:</a:t>
            </a:r>
            <a:r>
              <a:rPr lang="ru-RU" dirty="0"/>
              <a:t> высокий уровень, так как проект связан с научными организациями и ГАИШ МГУ. </a:t>
            </a:r>
            <a:r>
              <a:rPr lang="ru-RU" b="1" dirty="0"/>
              <a:t>Полнота:</a:t>
            </a:r>
            <a:r>
              <a:rPr lang="ru-RU" dirty="0"/>
              <a:t> хорошая — есть и популярные материалы, и справочники, и учебные ресурсы. Минус: дизайн выглядит устаревшим. </a:t>
            </a:r>
          </a:p>
        </p:txBody>
      </p:sp>
    </p:spTree>
    <p:extLst>
      <p:ext uri="{BB962C8B-B14F-4D97-AF65-F5344CB8AC3E}">
        <p14:creationId xmlns:p14="http://schemas.microsoft.com/office/powerpoint/2010/main" val="3108961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E702E2-EB3C-6839-5534-369AC7BAF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Расположение (город, страна)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307C5B-4305-64F3-19DC-0BAB5D39A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Россия, </a:t>
            </a:r>
            <a:r>
              <a:rPr lang="ru-RU" b="1" dirty="0"/>
              <a:t>Москва</a:t>
            </a:r>
            <a:r>
              <a:rPr lang="ru-RU" dirty="0"/>
              <a:t>. Основание для вывода — связь сайта с </a:t>
            </a:r>
            <a:r>
              <a:rPr lang="ru-RU" b="1" dirty="0"/>
              <a:t>ГАИШ МГУ</a:t>
            </a:r>
            <a:r>
              <a:rPr lang="ru-RU" dirty="0"/>
              <a:t>, который находится в Москве. </a:t>
            </a:r>
          </a:p>
        </p:txBody>
      </p:sp>
    </p:spTree>
    <p:extLst>
      <p:ext uri="{BB962C8B-B14F-4D97-AF65-F5344CB8AC3E}">
        <p14:creationId xmlns:p14="http://schemas.microsoft.com/office/powerpoint/2010/main" val="2939483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1600F4-F197-7967-3773-E5514C973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Наличие рекламы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DDDA88-DE8B-AC25-2C33-92D76256D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На главной странице и в найденных разделах явной коммерческой рекламы не видно; сайт выглядит как научно-образовательный портал. </a:t>
            </a:r>
          </a:p>
        </p:txBody>
      </p:sp>
    </p:spTree>
    <p:extLst>
      <p:ext uri="{BB962C8B-B14F-4D97-AF65-F5344CB8AC3E}">
        <p14:creationId xmlns:p14="http://schemas.microsoft.com/office/powerpoint/2010/main" val="1714393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9D2A88-BE5E-FA25-E2F1-199FB2BBC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URL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C502BB-EED4-84DD-22B3-AC35A0D60A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https://www.astronet.ru/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655051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0ECB68-A8F4-7E85-B7A8-0E067A70B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Общее впечатление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0CB3B4-E943-F8F8-1672-6AD3738F4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err="1"/>
              <a:t>Astronet</a:t>
            </a:r>
            <a:r>
              <a:rPr lang="ru-RU" dirty="0"/>
              <a:t> — серьезный русскоязычный научно-образовательный портал по астрономии. Сильные стороны: большой объем материалов, научная направленность, справочники, обновления. Слабая сторона: устаревший интерфейс, из-за чего навигация может казаться не очень современной.</a:t>
            </a:r>
          </a:p>
        </p:txBody>
      </p:sp>
    </p:spTree>
    <p:extLst>
      <p:ext uri="{BB962C8B-B14F-4D97-AF65-F5344CB8AC3E}">
        <p14:creationId xmlns:p14="http://schemas.microsoft.com/office/powerpoint/2010/main" val="2298577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6B760E-DD3C-41D8-ECF0-5E91BC7C7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Источники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F15FC7-43E1-9388-25FB-072DD39679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ru-RU" dirty="0"/>
              <a:t>Главная страница </a:t>
            </a:r>
            <a:r>
              <a:rPr lang="ru-RU" dirty="0" err="1"/>
              <a:t>Astronet</a:t>
            </a:r>
            <a:r>
              <a:rPr lang="ru-RU" dirty="0"/>
              <a:t>.</a:t>
            </a:r>
            <a:endParaRPr lang="en-US" dirty="0"/>
          </a:p>
          <a:p>
            <a:pPr marL="514350" indent="-514350">
              <a:buAutoNum type="arabicPeriod"/>
            </a:pPr>
            <a:r>
              <a:rPr lang="ru-RU" dirty="0"/>
              <a:t> Раздел «О проекте».</a:t>
            </a:r>
            <a:endParaRPr lang="en-US" dirty="0"/>
          </a:p>
          <a:p>
            <a:pPr marL="514350" indent="-514350">
              <a:buAutoNum type="arabicPeriod"/>
            </a:pPr>
            <a:r>
              <a:rPr lang="ru-RU" dirty="0"/>
              <a:t> «Астрономический справочник».</a:t>
            </a:r>
            <a:endParaRPr lang="en-US" dirty="0"/>
          </a:p>
          <a:p>
            <a:pPr marL="514350" indent="-514350">
              <a:buAutoNum type="arabicPeriod"/>
            </a:pPr>
            <a:r>
              <a:rPr lang="ru-RU" dirty="0"/>
              <a:t>«Последние поступления». </a:t>
            </a:r>
            <a:endParaRPr lang="en-US" dirty="0"/>
          </a:p>
          <a:p>
            <a:pPr marL="514350" indent="-514350">
              <a:buAutoNum type="arabicPeriod"/>
            </a:pPr>
            <a:r>
              <a:rPr lang="ru-RU" dirty="0"/>
              <a:t> Справочная статья об </a:t>
            </a:r>
            <a:r>
              <a:rPr lang="ru-RU" dirty="0" err="1"/>
              <a:t>Astronet</a:t>
            </a:r>
            <a:r>
              <a:rPr lang="ru-RU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08408499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359</Words>
  <Application>Microsoft Office PowerPoint</Application>
  <PresentationFormat>Широкоэкранный</PresentationFormat>
  <Paragraphs>29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Тема Office</vt:lpstr>
      <vt:lpstr>Презентация по теме «Справочно-информационные системы» </vt:lpstr>
      <vt:lpstr>Название ресурса, год издания</vt:lpstr>
      <vt:lpstr>Скриншот</vt:lpstr>
      <vt:lpstr>Основные направления деятельности и функции</vt:lpstr>
      <vt:lpstr>Система управления (руководство)</vt:lpstr>
      <vt:lpstr>Структура сайта</vt:lpstr>
      <vt:lpstr>Пользователи сайта</vt:lpstr>
      <vt:lpstr>Оценка качества информации</vt:lpstr>
      <vt:lpstr>Расположение (город, страна)</vt:lpstr>
      <vt:lpstr>Наличие рекламы</vt:lpstr>
      <vt:lpstr>URL</vt:lpstr>
      <vt:lpstr>Общее впечатление</vt:lpstr>
      <vt:lpstr>Источники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psm</dc:creator>
  <cp:lastModifiedBy>psm</cp:lastModifiedBy>
  <cp:revision>1</cp:revision>
  <dcterms:created xsi:type="dcterms:W3CDTF">2026-04-24T13:38:44Z</dcterms:created>
  <dcterms:modified xsi:type="dcterms:W3CDTF">2026-04-24T13:43:33Z</dcterms:modified>
</cp:coreProperties>
</file>