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45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B947C-EAEE-2ACC-6F42-E8233983D1FC}"/>
              </a:ext>
            </a:extLst>
          </p:cNvPr>
          <p:cNvSpPr txBox="1"/>
          <p:nvPr/>
        </p:nvSpPr>
        <p:spPr>
          <a:xfrm>
            <a:off x="10334444" y="2760453"/>
            <a:ext cx="172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Салимов Д.Р.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5A18A-A928-8A1B-A73F-8AEC56DF8B09}"/>
              </a:ext>
            </a:extLst>
          </p:cNvPr>
          <p:cNvSpPr txBox="1"/>
          <p:nvPr/>
        </p:nvSpPr>
        <p:spPr>
          <a:xfrm>
            <a:off x="603849" y="422694"/>
            <a:ext cx="108779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202124"/>
                </a:solidFill>
              </a:rPr>
              <a:t>Б</a:t>
            </a:r>
            <a:r>
              <a:rPr lang="en-US" sz="6000" dirty="0" err="1">
                <a:solidFill>
                  <a:srgbClr val="202124"/>
                </a:solidFill>
              </a:rPr>
              <a:t>аза</a:t>
            </a:r>
            <a:r>
              <a:rPr lang="en-US" sz="6000" dirty="0">
                <a:solidFill>
                  <a:srgbClr val="202124"/>
                </a:solidFill>
              </a:rPr>
              <a:t> </a:t>
            </a:r>
            <a:r>
              <a:rPr lang="en-US" sz="6000" dirty="0" err="1">
                <a:solidFill>
                  <a:srgbClr val="202124"/>
                </a:solidFill>
              </a:rPr>
              <a:t>данных</a:t>
            </a:r>
            <a:r>
              <a:rPr lang="en-US" sz="6000" dirty="0">
                <a:solidFill>
                  <a:srgbClr val="202124"/>
                </a:solidFill>
              </a:rPr>
              <a:t> и </a:t>
            </a:r>
            <a:r>
              <a:rPr lang="en-US" sz="6000" dirty="0" err="1">
                <a:solidFill>
                  <a:srgbClr val="202124"/>
                </a:solidFill>
              </a:rPr>
              <a:t>поставщик</a:t>
            </a:r>
            <a:r>
              <a:rPr lang="en-US" sz="6000" dirty="0">
                <a:solidFill>
                  <a:srgbClr val="202124"/>
                </a:solidFill>
              </a:rPr>
              <a:t> Big Data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61852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285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68096" y="2267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02124"/>
                </a:solidFill>
              </a:rPr>
              <a:t>как база данных и поставщик Big 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</a:rPr>
              <a:t>Вариативное задание 2: презентация по ресурсу</a:t>
            </a:r>
            <a:endParaRPr lang="en-US" sz="1300" dirty="0"/>
          </a:p>
        </p:txBody>
      </p:sp>
      <p:pic>
        <p:nvPicPr>
          <p:cNvPr id="10" name="Image 0" descr="/mnt/data/google_homepage.png"/>
          <p:cNvPicPr>
            <a:picLocks noChangeAspect="1"/>
          </p:cNvPicPr>
          <p:nvPr/>
        </p:nvPicPr>
        <p:blipFill>
          <a:blip r:embed="rId3"/>
          <a:srcRect l="15385" r="15385"/>
          <a:stretch/>
        </p:blipFill>
        <p:spPr>
          <a:xfrm>
            <a:off x="6400800" y="594360"/>
            <a:ext cx="5120640" cy="4160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6384" y="42519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34340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поиск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810512" y="42519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83664" y="4343400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данные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971800" y="42519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44952" y="434340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аналитика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24528" y="42519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434340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реклама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6384" y="5989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URL: https://www.google.com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Название ресурса, год издания и URL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Google Search — глобальная поисковая система и инфраструктура работы с данными</a:t>
            </a:r>
            <a:endParaRPr lang="en-US" sz="1050" dirty="0"/>
          </a:p>
        </p:txBody>
      </p:sp>
      <p:pic>
        <p:nvPicPr>
          <p:cNvPr id="9" name="Image 0" descr="/mnt/data/google_home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8770"/>
            <a:ext cx="5486400" cy="3086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29400" y="1554480"/>
            <a:ext cx="4480560" cy="2926080"/>
          </a:xfrm>
          <a:prstGeom prst="rect">
            <a:avLst/>
          </a:prstGeom>
          <a:solidFill>
            <a:srgbClr val="F8FAFD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792224"/>
            <a:ext cx="397764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• Название ресурса: Google / Google Search.
• Год запуска: 1998.
• Основатели: Ларри Пейдж и Сергей Брин.
• Разработчик и владелец: Google LLC, компания Alphabet Inc.
• Режим доступа: открытый веб-доступ через браузер и мобильные приложения.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" y="5029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</a:rPr>
              <a:t>Скриншот: главная страница Google с поисковой строкой.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4919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</a:rPr>
              <a:t>URL: https://www.google.com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Основные направления деятельности и функции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Google — не только сайт поиска, но и экосистема сервисов данных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285F4"/>
                </a:solidFill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9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поиск информации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2402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4335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305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индексация веба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6118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C05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021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карты и геоданные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A853"/>
                </a:solidFill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737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видео и медиа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3550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285F4"/>
                </a:solidFill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453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облако и Big Data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726680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4335"/>
                </a:solidFill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616952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реклама и аналитика</a:t>
            </a:r>
            <a:endParaRPr lang="en-US" sz="930" dirty="0"/>
          </a:p>
        </p:txBody>
      </p:sp>
      <p:pic>
        <p:nvPicPr>
          <p:cNvPr id="21" name="Image 0" descr="/mnt/data/googleplex.jpg"/>
          <p:cNvPicPr>
            <a:picLocks noChangeAspect="1"/>
          </p:cNvPicPr>
          <p:nvPr/>
        </p:nvPicPr>
        <p:blipFill>
          <a:blip r:embed="rId3"/>
          <a:srcRect t="3539" b="3539"/>
          <a:stretch/>
        </p:blipFill>
        <p:spPr>
          <a:xfrm>
            <a:off x="7680960" y="2743200"/>
            <a:ext cx="3566160" cy="24231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3063240"/>
            <a:ext cx="626364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</a:rPr>
              <a:t>• Поиск и ранжирование веб-страниц, изображений, видео, новостей и карт.
• Хранение и обработка больших массивов данных: запросы, документы, поведение пользователей, геоданные.
• Сервисы Big Data для бизнеса: Google Cloud, BigQuery, Vertex AI, Looker.
• Монетизация через рекламные технологии Google Ads.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Система управления и расположение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Руководство Google связано с материнской компанией Alphabet Inc.</a:t>
            </a:r>
            <a:endParaRPr lang="en-US" sz="1050" dirty="0"/>
          </a:p>
        </p:txBody>
      </p:sp>
      <p:pic>
        <p:nvPicPr>
          <p:cNvPr id="9" name="Image 0" descr="/mnt/data/googleplex.jpg"/>
          <p:cNvPicPr>
            <a:picLocks noChangeAspect="1"/>
          </p:cNvPicPr>
          <p:nvPr/>
        </p:nvPicPr>
        <p:blipFill>
          <a:blip r:embed="rId3"/>
          <a:srcRect l="5128" r="5128"/>
          <a:stretch/>
        </p:blipFill>
        <p:spPr>
          <a:xfrm>
            <a:off x="731520" y="1508760"/>
            <a:ext cx="493776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508760"/>
            <a:ext cx="4663440" cy="4023360"/>
          </a:xfrm>
          <a:prstGeom prst="rect">
            <a:avLst/>
          </a:prstGeom>
          <a:solidFill>
            <a:srgbClr val="F8FAFD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810512"/>
            <a:ext cx="406908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• Управляющая компания: Google LLC, входит в холдинг Alphabet Inc.
• Генеральный директор Google и Alphabet: Сундар Пичаи.
• Центральный офис: Googleplex, Mountain View, California, USA.
• География деятельности: международная; сервисы доступны почти во всех странах.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4754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Расположение: Маунтин-Вью, штат Калифорния, США.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Структура сайта и пользователи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Минималистичный интерфейс скрывает сложную инфраструктуру данных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Структура сайта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6384" y="1965960"/>
            <a:ext cx="502920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</a:rPr>
              <a:t>• Главная страница с поисковой строкой.
• Разделы результатов: Все, Картинки, Видео, Новости, Карты, Покупки.
• Дополнительные блоки: «Люди также ищут», Knowledge Graph, быстрые ответы.
• Настройки поиска, язык, регион, безопасный поиск, аккаунт Google.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1481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Пользователи сайта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93776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</a:rPr>
              <a:t>• Школьники, студенты, преподаватели и исследователи.
• Обычные пользователи для повседневного поиска.
• Бизнес и маркетологи для рекламы и аналитики.
• Разработчики и аналитики, использующие Google Cloud и BigQuery.</a:t>
            </a:r>
            <a:endParaRPr lang="en-US" sz="1550" dirty="0"/>
          </a:p>
        </p:txBody>
      </p:sp>
      <p:pic>
        <p:nvPicPr>
          <p:cNvPr id="13" name="Image 0" descr="/mnt/data/google_homepage.png"/>
          <p:cNvPicPr>
            <a:picLocks noChangeAspect="1"/>
          </p:cNvPicPr>
          <p:nvPr/>
        </p:nvPicPr>
        <p:blipFill>
          <a:blip r:embed="rId3"/>
          <a:srcRect t="25175" b="25175"/>
          <a:stretch/>
        </p:blipFill>
        <p:spPr>
          <a:xfrm>
            <a:off x="3520440" y="4617720"/>
            <a:ext cx="5074920" cy="1417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Качество информации и наличие рекламы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Google помогает находить данные, но сам не гарантирует качество каждого найденного сайта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A853"/>
                </a:solidFill>
              </a:rPr>
              <a:t>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04672" y="2258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актуальность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285F4"/>
                </a:solidFill>
              </a:rPr>
              <a:t>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2258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полнота охвата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206240" y="150876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C05"/>
                </a:solidFill>
              </a:rPr>
              <a:t>±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96512" y="2258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достоверность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852160" y="150876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4335"/>
                </a:solidFill>
              </a:rPr>
              <a:t>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42432" y="2258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F6368"/>
                </a:solidFill>
              </a:rPr>
              <a:t>риск рекламы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100584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</a:rPr>
              <a:t>• Актуальность: результаты часто обновляются быстро, особенно новости и популярные запросы.
• Полнота: широкий охват веб-страниц, изображений, видео, карт и справочных блоков.
• Достоверность: зависит от источников; пользователь должен проверять автора, дату и репутацию сайта.
• Реклама: в Google есть рекламные объявления, обычно помеченные как «Sponsored» или «Реклама».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Краткая оценка ресурса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Сводная таблица для ответа по ориентировочному плану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Критерий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536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Оценка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874520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Актуальность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80360" y="1993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Высокая: поисковые результаты и индексы регулярно обновляются.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496312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615184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Достоверность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80360" y="2615184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Зависит от найденного источника; Google дает инструменты поиска, но не заменяет экспертизу.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273552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Полнота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80360" y="33924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Очень высокая: огромный индекс веб-страниц и собственные базы знаний.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895344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14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Удобство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80360" y="4014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Высокое: простой интерфейс, фильтры, быстрые ответы, персонализация.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517136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36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Реклама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80360" y="4636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Есть: рекламные результаты и коммерческие блоки.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5138928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25780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Общее впечатление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80360" y="5257800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</a:rPr>
              <a:t>Мощный справочно-поисковый ресурс и платформа Big Data для учебы, исследований и бизнеса.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4267093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093" y="82296"/>
            <a:ext cx="3657509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602" y="82296"/>
            <a:ext cx="4267093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Источники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960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</a:rPr>
              <a:t>Основные материалы для подготовки презентации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1046988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</a:rPr>
              <a:t>• Google. Company information / About Google. https://about.google/company-info/
• Google Search Help. Knowledge Graph and Knowledge Panels. https://support.google.com/knowledgepanel/answer/9787176
• Google Ads Help. Your guide to Google Ads. https://support.google.com/google-ads/answer/6146252
• Google Cloud. BigQuery documentation. https://cloud.google.com/bigquery/docs
• Alphabet Investor Relations. Company information. https://abc.xyz/investor/
• Britannica Money. Sundar Pichai biography. https://www.britannica.com/money/Sundar-Pichai
• Wikimedia Commons. Screenshot Google Search / image materials.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5989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</a:rPr>
              <a:t>Вывод: Google — пример крупнейшей глобальной информационной системы, где поиск, базы знаний, облачная аналитика и рекламные технологии объединены вокруг обработки больших данных.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6716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36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792</Words>
  <Application>Microsoft Office PowerPoint</Application>
  <PresentationFormat>Широкоэкранный</PresentationFormat>
  <Paragraphs>87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Gpt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как база данных и поставщик Big Data</dc:title>
  <dc:subject>Google: база данных и поставщик Big Data</dc:subject>
  <dc:creator>OpenAI</dc:creator>
  <cp:lastModifiedBy>psm</cp:lastModifiedBy>
  <cp:revision>2</cp:revision>
  <dcterms:created xsi:type="dcterms:W3CDTF">2026-04-24T14:02:18Z</dcterms:created>
  <dcterms:modified xsi:type="dcterms:W3CDTF">2026-04-24T14:07:30Z</dcterms:modified>
</cp:coreProperties>
</file>