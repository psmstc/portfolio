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1C755-1DC2-ED4B-7A89-FA3871D7E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261624-8E57-E836-94C9-EE050B6D8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CC32E7-B1A9-CF25-929E-A9AF7ACB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D94CC-D17D-144E-690A-A13EA320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60C8A2-0175-1A8E-21D3-8A497E4D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51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9B7D-F7E4-B6CF-7927-097724BB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817026-406C-1AC6-4E3D-185BC0BB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9502C-D130-7CBC-0B97-B019712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CE12D-B6EB-9C70-3F8C-1A3E06E1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9C553-21CD-E065-117E-3CE44E1F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76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78FDC-F7FA-2555-62C1-33BC7B53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FD11A7-6A08-FC35-63C9-A07FD71F4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14A7AD-A43D-D751-0682-12D97B14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9E536C-4EC3-047E-B344-441F5764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6E6F31-EA26-8344-D89E-B9D72692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45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D939D-9F80-A890-BE16-9646F0C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111D9-188B-A750-AFFA-0675C7604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F838E7-8C9E-F5DF-F40D-34226132C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33A7A7-E64E-7FAE-DBD1-412B1330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C72376-E07B-D3AB-1A22-7D940774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F1ECC3-16A0-7A8A-A5A4-CE34C3A3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62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B2233-B660-2AF1-8AAE-F54E42E3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30254E-14CF-95EB-A01A-1718D937D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4ED41E-92D4-AFF6-FF5E-A4B6F5EF3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0AC33A-C919-F5C0-BABD-1CB0DA687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C138DB-A1D9-6F78-DB51-6597C7B0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A65B03-5219-7F65-FBF4-143953B7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59ADC6-06DD-94B0-4D3B-F09EA3B5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0835A7-0DDA-3039-9B8C-6B85D88A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5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44D84-CC6C-3824-A635-A44CA9AB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6EFABF-C6D4-9FC9-AD0F-A914AFFA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549BF7-B68E-0D57-47DC-7F423165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7038F0-60D6-24D9-7DDF-44FD267A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2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AAA7DA-D4FA-5473-18B6-42762E5E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79A8929-3034-FB6C-BF65-2B6B6202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D8FEA2-3E03-FB56-E6C5-462EE47B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88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AEC3D-510D-AB09-9F18-1DA4D746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15DAC2-5DAB-AB5E-AA4F-BB2D91FE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DB1EF2-49A2-16D8-1F15-05FB569F5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785373-43B7-9A5E-79F4-F4E4DC49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9C3A2C-DEDF-83D5-D6B5-520DBCE4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0FB8DE-FA89-181D-C206-6AF3A314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11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7B035-A85D-B0DF-6453-274E18F8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13BBF7-7B7C-1E55-2DC3-B3508F19A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02E4CC-99F9-5372-9734-49175822F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0CB888-159A-6146-FF1A-70ABED6C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5AF89E-D122-3F20-9CC0-7FC4AAC9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32129E-0688-3FF4-5C9E-9E46296C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91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3F90F-742F-33A9-4F4B-C78136DF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484031-B453-5ABB-552C-5C5464F66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EDB7B-E61F-8200-618D-F47E05A0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02C77A-4380-CE90-4EF4-FDAC57B9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6CFC33-6B73-564B-D631-9115428F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7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7C7FFF8-FAB6-0DAB-4788-D2CC98A50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3178AD-F267-045E-F4A7-638C564F6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FD86E-F476-663B-8AA2-BC1AF698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3BE7F-8DE6-88AA-F265-5DA41DF2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ED5963-B632-6C95-7983-C3AC32BA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15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0F33-E86E-31F1-3113-B9B4AFA1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1495DD-A51D-326C-C8AB-374C88577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819562-0D98-BB67-3CF5-E1725F953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87276-D09D-4FBE-832D-0D375ACBAA2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ACCB7F-2C80-5E08-2EEB-BAD462126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21FFC4-08DA-838C-7A85-67AC85423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98E81-5311-4E43-A966-21359B981C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69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20A68-294F-E3B7-BA61-9EF6573D0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Информационное </a:t>
            </a:r>
            <a:r>
              <a:rPr lang="ru-RU" dirty="0" err="1"/>
              <a:t>агенство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B184A7-DCFA-C92D-D8FF-0140637E6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Салимов Д.Р.</a:t>
            </a:r>
          </a:p>
          <a:p>
            <a:pPr algn="r"/>
            <a:r>
              <a:rPr lang="ru-RU" dirty="0"/>
              <a:t>ВСР1</a:t>
            </a:r>
          </a:p>
        </p:txBody>
      </p:sp>
    </p:spTree>
    <p:extLst>
      <p:ext uri="{BB962C8B-B14F-4D97-AF65-F5344CB8AC3E}">
        <p14:creationId xmlns:p14="http://schemas.microsoft.com/office/powerpoint/2010/main" val="14069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02A3D-EDE4-41DB-9E0C-16C62C94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и год создания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1560C2-3D7F-1AC5-ADFF-4E95362C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Lenta.ru</a:t>
            </a:r>
            <a:r>
              <a:rPr lang="ru-RU" dirty="0"/>
              <a:t>, создан в 1999 г.</a:t>
            </a:r>
          </a:p>
        </p:txBody>
      </p:sp>
    </p:spTree>
    <p:extLst>
      <p:ext uri="{BB962C8B-B14F-4D97-AF65-F5344CB8AC3E}">
        <p14:creationId xmlns:p14="http://schemas.microsoft.com/office/powerpoint/2010/main" val="426719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A489D-2A7C-0C3A-9276-5062639A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 сайта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2EA9E5-3BAC-BA64-6112-70DFA64B8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8193"/>
            <a:ext cx="8758107" cy="4351338"/>
          </a:xfrm>
        </p:spPr>
      </p:pic>
    </p:spTree>
    <p:extLst>
      <p:ext uri="{BB962C8B-B14F-4D97-AF65-F5344CB8AC3E}">
        <p14:creationId xmlns:p14="http://schemas.microsoft.com/office/powerpoint/2010/main" val="64059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2FED1-79D5-19C5-5CC0-1A4CCDB6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95CE0-2A53-4D85-65AD-894825545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Издание было создано в начале 1999 года под названием «</a:t>
            </a:r>
            <a:r>
              <a:rPr lang="ru-RU" dirty="0" err="1"/>
              <a:t>Газета.ру</a:t>
            </a:r>
            <a:r>
              <a:rPr lang="ru-RU" dirty="0"/>
              <a:t>» для обслуживания интересов Фонда эффективной политики (</a:t>
            </a:r>
            <a:r>
              <a:rPr lang="ru-RU" dirty="0" err="1"/>
              <a:t>ФЭПа</a:t>
            </a:r>
            <a:r>
              <a:rPr lang="ru-RU" dirty="0"/>
              <a:t>), возглавлявшегося Глебом Павловским[10].</a:t>
            </a:r>
          </a:p>
          <a:p>
            <a:r>
              <a:rPr lang="ru-RU" dirty="0"/>
              <a:t>Задачи: быстро публиковать новости, распределять их по темам, выпускать статьи, фото, видео и спецпроекты 24/7.</a:t>
            </a:r>
          </a:p>
        </p:txBody>
      </p:sp>
    </p:spTree>
    <p:extLst>
      <p:ext uri="{BB962C8B-B14F-4D97-AF65-F5344CB8AC3E}">
        <p14:creationId xmlns:p14="http://schemas.microsoft.com/office/powerpoint/2010/main" val="390106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78C33-6FE7-64EA-6A5F-6EFCB1F4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направления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A55ECB-A69C-E139-7A55-274CC5AD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Новости, статьи, фото, видео, спецпроекты, исследования, архив, SMM и мультимедийное продвижение контента.</a:t>
            </a:r>
          </a:p>
        </p:txBody>
      </p:sp>
    </p:spTree>
    <p:extLst>
      <p:ext uri="{BB962C8B-B14F-4D97-AF65-F5344CB8AC3E}">
        <p14:creationId xmlns:p14="http://schemas.microsoft.com/office/powerpoint/2010/main" val="284893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AF2E7-C63F-1463-A2D3-F6507F8A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Тематические направления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F7C8E-3062-BD8A-2272-E7D663BB1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Россия, мир, бывший СССР, экономика, силовые структуры, наука и техника, культура, спорт, интернет и СМИ, путешествия, образ жизни.</a:t>
            </a:r>
          </a:p>
        </p:txBody>
      </p:sp>
    </p:spTree>
    <p:extLst>
      <p:ext uri="{BB962C8B-B14F-4D97-AF65-F5344CB8AC3E}">
        <p14:creationId xmlns:p14="http://schemas.microsoft.com/office/powerpoint/2010/main" val="124166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B0F69-6B84-A914-8A54-0C4B2BDE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Возрастные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CB534F-B6E2-BEB1-0524-B4B3F3D08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Возрастная маркировка сайта — </a:t>
            </a:r>
            <a:r>
              <a:rPr lang="ru-RU" b="1" dirty="0"/>
              <a:t>18+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595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B98CD-229E-16E6-02F5-8315B141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2E3AA1-D531-9C94-ED98-F7943A42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Главный редактор — </a:t>
            </a:r>
            <a:r>
              <a:rPr lang="ru-RU" b="1" dirty="0"/>
              <a:t>Андрей Сергеевич </a:t>
            </a:r>
            <a:r>
              <a:rPr lang="ru-RU" b="1" dirty="0" err="1"/>
              <a:t>Цыпер</a:t>
            </a:r>
            <a:r>
              <a:rPr lang="ru-RU" dirty="0"/>
              <a:t>. На сайте открыто указаны редакционные отделы и контакты; отдельная редакционная коллегия публично не раскрыта.</a:t>
            </a:r>
          </a:p>
        </p:txBody>
      </p:sp>
    </p:spTree>
    <p:extLst>
      <p:ext uri="{BB962C8B-B14F-4D97-AF65-F5344CB8AC3E}">
        <p14:creationId xmlns:p14="http://schemas.microsoft.com/office/powerpoint/2010/main" val="3572108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E75B05-B221-C5B8-CAD1-4222E654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Орган, зарегистрировавший  СМИ, и регистрационный номер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BF166-DF7D-5D80-E69B-8B29D1ACB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Lenta.ru зарегистрирована в Министерстве Российской Федерации по делам печати, телерадиовещания и средств массовых коммуникаций (свидетельство о регистрации средства массовой информации ЭЛ № 77-4400 от 23 февраля 2001 года) в качестве электронного периодического издания.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374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0C597-C1B2-57ED-C728-DF58FEF2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BAA012-274D-EF2C-F40D-173688B7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Верхний рубрикатор, главная лента, блоки “Главное”, “Важное”, “Популярное”, разделы “Эксклюзивы”, “Статьи”, “Фото”, “Спецпроекты”, “Исследования”, “Архив”.</a:t>
            </a:r>
          </a:p>
        </p:txBody>
      </p:sp>
    </p:spTree>
    <p:extLst>
      <p:ext uri="{BB962C8B-B14F-4D97-AF65-F5344CB8AC3E}">
        <p14:creationId xmlns:p14="http://schemas.microsoft.com/office/powerpoint/2010/main" val="347343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81BE1-77AC-CCF3-C09A-50185A5B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127F9-FAA2-1E1D-74B6-04C4705E3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Собственные редакторы и отделы, официальные заявления ведомств, пресс-службы, а также материалы и ссылки на </a:t>
            </a:r>
            <a:r>
              <a:rPr lang="ru-RU" b="1" dirty="0"/>
              <a:t>РИА Новости, ТАСС, Reuters</a:t>
            </a:r>
            <a:r>
              <a:rPr lang="ru-RU" dirty="0"/>
              <a:t> и другие открытые источники.</a:t>
            </a:r>
          </a:p>
        </p:txBody>
      </p:sp>
    </p:spTree>
    <p:extLst>
      <p:ext uri="{BB962C8B-B14F-4D97-AF65-F5344CB8AC3E}">
        <p14:creationId xmlns:p14="http://schemas.microsoft.com/office/powerpoint/2010/main" val="36415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C559B-8CFC-A739-F8BB-40B75931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качества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7DB71-1DE7-760B-594E-5B83FA7C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Оперативность высокая: новости обновляются в течение дня с точным временем публикации. Источники часто названы прямо в тексте. По формату это сильный новостной ресурс; глубина и баланс зависят от темы.</a:t>
            </a:r>
          </a:p>
        </p:txBody>
      </p:sp>
    </p:spTree>
    <p:extLst>
      <p:ext uri="{BB962C8B-B14F-4D97-AF65-F5344CB8AC3E}">
        <p14:creationId xmlns:p14="http://schemas.microsoft.com/office/powerpoint/2010/main" val="1053328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324B7-CDF1-F782-6ED6-1585CFFF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</a:t>
            </a:r>
            <a:r>
              <a:rPr lang="ru-RU" dirty="0"/>
              <a:t>и соцсети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2057D-9C51-52D2-EB44-129BDA3A3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У ресурса есть </a:t>
            </a:r>
            <a:r>
              <a:rPr lang="ru-RU" b="1" dirty="0" err="1"/>
              <a:t>Telegram</a:t>
            </a:r>
            <a:r>
              <a:rPr lang="ru-RU" b="1" dirty="0"/>
              <a:t>-канал “Лента дня” (@lentadnya)</a:t>
            </a:r>
            <a:r>
              <a:rPr lang="ru-RU" dirty="0"/>
              <a:t>, страница в </a:t>
            </a:r>
            <a:r>
              <a:rPr lang="ru-RU" b="1" dirty="0"/>
              <a:t>VK Видео (@lentaru)</a:t>
            </a:r>
            <a:r>
              <a:rPr lang="ru-RU" dirty="0"/>
              <a:t>, </a:t>
            </a:r>
            <a:r>
              <a:rPr lang="ru-RU" b="1" dirty="0"/>
              <a:t>YouTube-канал @lentaruofficial</a:t>
            </a:r>
            <a:r>
              <a:rPr lang="ru-RU" dirty="0"/>
              <a:t>, а также аккаунт на </a:t>
            </a:r>
            <a:r>
              <a:rPr lang="ru-RU" dirty="0" err="1"/>
              <a:t>Rutube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5824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BA02B-94D5-6BA9-F9C8-04ABC8FE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</a:t>
            </a:r>
            <a:r>
              <a:rPr lang="ru-RU" dirty="0"/>
              <a:t>и 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E8ABC8-418B-1C2D-1CC6-1BF32F898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URL:</a:t>
            </a:r>
            <a:r>
              <a:rPr lang="ru-RU" dirty="0"/>
              <a:t> lenta.ru. Сайт выглядит динамично и насыщенно: дизайн сдержанный, интерфейс </a:t>
            </a:r>
            <a:r>
              <a:rPr lang="ru-RU" dirty="0" err="1"/>
              <a:t>лентный</a:t>
            </a:r>
            <a:r>
              <a:rPr lang="ru-RU" dirty="0"/>
              <a:t>, навигация понятная, акцент сделан на скорости подачи и заметных заголовках.</a:t>
            </a:r>
          </a:p>
        </p:txBody>
      </p:sp>
    </p:spTree>
    <p:extLst>
      <p:ext uri="{BB962C8B-B14F-4D97-AF65-F5344CB8AC3E}">
        <p14:creationId xmlns:p14="http://schemas.microsoft.com/office/powerpoint/2010/main" val="10848630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380</Words>
  <Application>Microsoft Office PowerPoint</Application>
  <PresentationFormat>Широкоэкранный</PresentationFormat>
  <Paragraphs>29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Тема Office</vt:lpstr>
      <vt:lpstr>Информационное агенство </vt:lpstr>
      <vt:lpstr>Название и год создания</vt:lpstr>
      <vt:lpstr>Скриншот сайта</vt:lpstr>
      <vt:lpstr>Цель и задачи проекта</vt:lpstr>
      <vt:lpstr>Основные направления деятельности</vt:lpstr>
      <vt:lpstr>Тематические направления</vt:lpstr>
      <vt:lpstr>Возрастные ограничения</vt:lpstr>
      <vt:lpstr>Управление</vt:lpstr>
      <vt:lpstr>Орган, зарегистрировавший  СМИ, и регистрационный номер</vt:lpstr>
      <vt:lpstr>Структура сайта</vt:lpstr>
      <vt:lpstr>Источники информации</vt:lpstr>
      <vt:lpstr>Оценка качества информации</vt:lpstr>
      <vt:lpstr>YouTube и соцсети</vt:lpstr>
      <vt:lpstr>URL и общее впечатление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2</cp:revision>
  <dcterms:created xsi:type="dcterms:W3CDTF">2026-04-20T14:02:10Z</dcterms:created>
  <dcterms:modified xsi:type="dcterms:W3CDTF">2026-04-20T14:14:23Z</dcterms:modified>
</cp:coreProperties>
</file>