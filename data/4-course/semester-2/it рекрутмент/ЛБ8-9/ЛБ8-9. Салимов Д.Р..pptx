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060396-1A59-C513-594B-1F045C4AF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6A73E4-89F4-BB35-A9E8-301CFDA71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A9A29B-45B8-FDF6-0DBC-49D4F6930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78401-0C65-4275-AF36-BB981ABA07EB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A8904B-8B68-BFF6-D858-4ED06DE6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B74EF7-71D0-4C50-6307-66F629591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6B5D-2E36-4572-A271-328863EC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382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42AE6-42FE-5CF3-73E3-5A8B2603F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50F1BE-D5DE-5C21-B9FA-B70402BE9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BDDF96-93C7-A4D7-CB90-1911D797F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78401-0C65-4275-AF36-BB981ABA07EB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0333E2-A03C-4FAD-6284-4D753B9E9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F6DA0A-B4AE-3947-0BC6-35E7E727A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6B5D-2E36-4572-A271-328863EC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244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8FD9D3-D6D0-9839-5509-CCF3C213D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C8FA0C-3042-6CCD-5BE1-509283A36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4C3642-52CB-60A2-3C6D-97189AA68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78401-0C65-4275-AF36-BB981ABA07EB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A670F8-0B1A-E888-633B-FC6880608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B2205C-903C-AA0B-2A54-6AC55038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6B5D-2E36-4572-A271-328863EC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9462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41DF5C-3647-721B-E2EA-AA973CC39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371E93-9BDB-1492-FD4C-402A5331A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7D2313-6C7C-6467-CD6F-DDE84DECE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466A9-47EC-DBC0-4761-3BF0F1FBC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78401-0C65-4275-AF36-BB981ABA07EB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E506CE-E310-F05B-47FC-7AB62CC34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E9C2E9-137C-CDB7-148D-A959ED3E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6B5D-2E36-4572-A271-328863EC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5773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C2BB9C-6B53-1B24-7D97-DEF11E8A0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39B0A5-A151-91CB-BD62-574003D4E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08F0F03-92F2-20DC-A3C5-1EE6CF568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7F55812-ACD7-C5C7-6CAF-AD1C884ED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D1DF968-F1AC-6BDF-EB91-FCD88704A6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DB96AA4-CAB6-43E7-83CE-E530089A5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78401-0C65-4275-AF36-BB981ABA07EB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FF712BB-0D4B-D2A5-027A-2FFAA164E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0868618-7BE2-1B40-8C63-C04ECA899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6B5D-2E36-4572-A271-328863EC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3503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DD74D4-ED99-F893-0275-CB52534B1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77ACEDC-DAE3-E37F-EF5F-607681F5C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78401-0C65-4275-AF36-BB981ABA07EB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DCE7A65-852D-B899-C122-010EBDD26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3B45665-F9CC-42A7-C033-D8E02545A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6B5D-2E36-4572-A271-328863EC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46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9F3AF66-69B1-921A-E207-C8141E4D1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78401-0C65-4275-AF36-BB981ABA07EB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8E3B2EF-95AA-2D8B-9DCA-03727634D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F5A349-9900-4896-054B-7BF62374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6B5D-2E36-4572-A271-328863EC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178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8A2672-653B-502D-26EE-92109B900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BCAFEC-FEE4-5A25-B815-106B7551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886EF1-AC56-3347-B5E0-563C14F27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61CFA1-2CAB-6D3B-E449-E6E470324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78401-0C65-4275-AF36-BB981ABA07EB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4EE5FA-5FA5-3F54-65DB-BA11F3D2D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D69212-AB23-9A90-56B7-863EB3D38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6B5D-2E36-4572-A271-328863EC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297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278FA0-8F25-4009-9E3E-7D2961DFF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7DDA18B-35A7-A3D9-1BF9-F88B499D5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7D5971-CB62-A3E0-A328-E0D585AF8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E1788B-7BEE-BD19-3CAD-1064A3E5F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78401-0C65-4275-AF36-BB981ABA07EB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A109296-846A-E206-852A-5C36013E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DCE541-8B14-1E99-1A23-7100EA728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6B5D-2E36-4572-A271-328863EC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67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613FD9-4B57-7F4A-1750-E17E2A2EA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78586BB-8B11-0349-2B9E-EFC44426E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A7A750-FA28-AA0D-AA5B-BACBE587E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78401-0C65-4275-AF36-BB981ABA07EB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3D40C9-CC46-D9CA-1DC0-33EC2D078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5EDAF9-8E41-5126-A648-4A32FD555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6B5D-2E36-4572-A271-328863EC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9948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9619898-DDC0-18CC-2E8B-E06F729E0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C225A49-DF93-3BAD-1066-2BFA9EBB5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9C1A0F-07A6-FDB5-0616-EB6866EB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78401-0C65-4275-AF36-BB981ABA07EB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D35908-A867-713F-E94A-0F432BC08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D4077B-D85E-6097-148D-B1AA733BD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6B5D-2E36-4572-A271-328863EC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327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268026-7E1A-4AC8-5EC9-0B5FCE2C4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33ABC3-9085-A6A5-FC6D-7CDE0B191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E0FBFD-AD99-57D3-CF63-3295037345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D78401-0C65-4275-AF36-BB981ABA07EB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9F0CE7-B536-2FF5-9499-80DCAF9E50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CD9B14-A0FD-B632-14DD-6E3D9B6AB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C6B5D-2E36-4572-A271-328863EC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33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wP3D6CyG-D50v1y243pqpI8tq6X_-zEu?usp=sharing" TargetMode="External"/><Relationship Id="rId2" Type="http://schemas.openxmlformats.org/officeDocument/2006/relationships/hyperlink" Target="https://psmstc.github.io/portfolio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416E57-0002-4D93-B793-DF9210EC0C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Веб-разработчик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670953-44BE-6240-D09A-E22FD049D2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Салимов Даниил </a:t>
            </a:r>
            <a:r>
              <a:rPr lang="ru-RU" dirty="0" err="1"/>
              <a:t>Рамильевич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7765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124D5-C715-F6ED-D858-BA2C91ECE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Образование и опыт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173F59-9A2E-1264-3294-839844238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Высшее образование по программе «Информатика и вычислительная техника» РГПУ им. Герцена.</a:t>
            </a:r>
          </a:p>
          <a:p>
            <a:pPr marL="0" indent="0">
              <a:buNone/>
            </a:pPr>
            <a:r>
              <a:rPr lang="ru-RU" dirty="0"/>
              <a:t>Опыт работы </a:t>
            </a:r>
            <a:r>
              <a:rPr lang="en-US" dirty="0"/>
              <a:t>backend</a:t>
            </a:r>
            <a:r>
              <a:rPr lang="ru-RU" dirty="0"/>
              <a:t>-разработчиком в компании Яндекс</a:t>
            </a:r>
          </a:p>
        </p:txBody>
      </p:sp>
    </p:spTree>
    <p:extLst>
      <p:ext uri="{BB962C8B-B14F-4D97-AF65-F5344CB8AC3E}">
        <p14:creationId xmlns:p14="http://schemas.microsoft.com/office/powerpoint/2010/main" val="646069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2674CA-6F2E-CC29-2277-334482B43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</a:t>
            </a:r>
            <a:r>
              <a:rPr lang="ru-RU" dirty="0"/>
              <a:t>знаний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B30135-C142-EBA7-649C-E8CB9D45B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Golang</a:t>
            </a:r>
          </a:p>
          <a:p>
            <a:r>
              <a:rPr lang="en-US" dirty="0"/>
              <a:t>REST API</a:t>
            </a:r>
          </a:p>
          <a:p>
            <a:r>
              <a:rPr lang="en-US" dirty="0"/>
              <a:t>PostgreSQL, SQL-</a:t>
            </a:r>
            <a:r>
              <a:rPr lang="ru-RU" dirty="0"/>
              <a:t>оптимизация</a:t>
            </a:r>
          </a:p>
          <a:p>
            <a:r>
              <a:rPr lang="en-US" dirty="0"/>
              <a:t>Docker</a:t>
            </a:r>
          </a:p>
          <a:p>
            <a:r>
              <a:rPr lang="en-US" dirty="0"/>
              <a:t>GitLab</a:t>
            </a:r>
          </a:p>
          <a:p>
            <a:r>
              <a:rPr lang="en-US" dirty="0"/>
              <a:t>Redis</a:t>
            </a:r>
            <a:endParaRPr lang="ru-RU" dirty="0"/>
          </a:p>
          <a:p>
            <a:r>
              <a:rPr lang="en-US" dirty="0"/>
              <a:t>Kafka</a:t>
            </a:r>
          </a:p>
          <a:p>
            <a:r>
              <a:rPr lang="en-US" dirty="0"/>
              <a:t>RabbitMQ</a:t>
            </a:r>
          </a:p>
        </p:txBody>
      </p:sp>
    </p:spTree>
    <p:extLst>
      <p:ext uri="{BB962C8B-B14F-4D97-AF65-F5344CB8AC3E}">
        <p14:creationId xmlns:p14="http://schemas.microsoft.com/office/powerpoint/2010/main" val="1627563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99C948-6C3E-6EAD-0891-2F30B838B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Личностные качества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635278-F884-28E7-0903-FF2CDCE82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Стрессоустойчивый</a:t>
            </a:r>
            <a:r>
              <a:rPr lang="ru-RU" dirty="0"/>
              <a:t> </a:t>
            </a:r>
          </a:p>
          <a:p>
            <a:r>
              <a:rPr lang="ru-RU" dirty="0"/>
              <a:t>Адаптивный</a:t>
            </a:r>
          </a:p>
          <a:p>
            <a:r>
              <a:rPr lang="ru-RU" dirty="0"/>
              <a:t>Коммуникабельный</a:t>
            </a:r>
          </a:p>
          <a:p>
            <a:r>
              <a:rPr lang="ru-RU" dirty="0"/>
              <a:t>Ответственный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4041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A6601-115C-ACD3-48E6-B4F7BB3DF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Достижения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90466A-DE91-DE39-D67D-7C6233CF4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Мое портфолио: </a:t>
            </a:r>
            <a:r>
              <a:rPr lang="en-US" dirty="0">
                <a:hlinkClick r:id="rId2"/>
              </a:rPr>
              <a:t>https://psmstc.github.io/portfolio/</a:t>
            </a:r>
            <a:endParaRPr lang="ru-RU" dirty="0"/>
          </a:p>
          <a:p>
            <a:r>
              <a:rPr lang="ru-RU" dirty="0"/>
              <a:t>Спроектированная мной база данных по 1с для магазина специй: </a:t>
            </a:r>
            <a:r>
              <a:rPr lang="en-US" dirty="0">
                <a:hlinkClick r:id="rId3"/>
              </a:rPr>
              <a:t>https://drive.google.com/drive/folders/1wP3D6CyG-D50v1y243pqpI8tq6X_-zEu?usp=sharing</a:t>
            </a:r>
            <a:endParaRPr lang="ru-RU" dirty="0"/>
          </a:p>
          <a:p>
            <a:r>
              <a:rPr lang="ru-RU" dirty="0"/>
              <a:t>Второе место на университетском турнире по шахматам.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91317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100</Words>
  <Application>Microsoft Office PowerPoint</Application>
  <PresentationFormat>Широкоэкранный</PresentationFormat>
  <Paragraphs>23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Тема Office</vt:lpstr>
      <vt:lpstr>Веб-разработчик</vt:lpstr>
      <vt:lpstr>Образование и опыт</vt:lpstr>
      <vt:lpstr>Stack знаний</vt:lpstr>
      <vt:lpstr>Личностные качества</vt:lpstr>
      <vt:lpstr>Достижения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psm</dc:creator>
  <cp:lastModifiedBy>psm</cp:lastModifiedBy>
  <cp:revision>5</cp:revision>
  <dcterms:created xsi:type="dcterms:W3CDTF">2026-04-19T12:46:00Z</dcterms:created>
  <dcterms:modified xsi:type="dcterms:W3CDTF">2026-04-19T13:06:25Z</dcterms:modified>
</cp:coreProperties>
</file>