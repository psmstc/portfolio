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4B1F0-9B86-426D-9F88-AAEB3AB2D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2E2127-D2C5-41B3-A680-4FEA61995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E87886-35B5-4B84-8394-7A3B63F3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0E67CC-21AD-4BDB-8E1C-DD89EBD5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07DAE8-6F29-4E1C-89FC-C63F7B29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13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9B885-B5FF-44A4-8B5F-EC1BC95C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DB5236-BDA6-4514-A8B7-337570C59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4BBBD7-8122-4B15-98FE-E1F62B3C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C46DC4-7BC9-4B86-89F4-28D2367A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A33F7A-2CE9-48D6-8776-D739BFEF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43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22339-669F-4158-BCE8-BE714856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CA6E19-FD68-4B15-B9EA-4EC199972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ADDA2-5316-49BC-A872-7E335884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99E604-A476-4823-80B9-214672E4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76246D-453B-4A13-8D6F-8DEDAC4F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E41BC-B8B0-439A-9E8B-E212ABF7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2022C2-DED3-439F-9728-3E2283B39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5B6A87-BA39-43B4-B9E7-AC52E6A6F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6BE7C9-14F9-4990-9305-573A086E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6E4964-3EAD-4558-92A2-39F3E520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20F75E-B3A6-4699-83C6-96D19546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45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D7DC-F644-4A8C-9E16-81345A6B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623E03-CC1B-4E75-AF52-9A11F28AD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5EA851-6D24-470A-BDA7-C0DA976AA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5C2B17-FFA7-48B8-8FC3-593681705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36DB92-8B30-4FBE-AF74-D8119E9BB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DD7652B-03B8-4DA9-849D-543E447A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0C4FB7-8480-4B33-B0A6-5F26B3FB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1D044F-841A-4584-8D30-13C67BBB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34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D253F-89B8-4827-BFBA-DC398FA2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D48CAE-BA98-4EAF-B983-A252A704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1166CE-809F-49DB-9FFF-E36E6F45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93D966-AC6A-44E4-958C-DD43AFA8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4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38EFFD-F39E-4A95-B591-584BCD45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0B5536-5904-411B-9B1D-24A1AEDC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926A5A-7A3C-40FE-ABA3-E085E5ED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07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89A2B-0865-4D94-9530-CD3F9A42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E2260A-C909-4109-BB07-DAA935F26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7C63F4-5321-4DAB-A6AE-6DAEC9EEA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7B2894-AD83-47AF-A0DD-EB933B4D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6BB1EC-F752-4D5B-8CFC-9B8266AB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6C8D4A-652D-4155-AAD5-15D4A151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96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E8A3A-9BF8-4572-8420-8F9397B6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F186DAD-562F-4D1C-B182-D487377A2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CE1D55-2AB5-401C-9FA4-026BD3889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7F28F3-87FA-4E89-B4EC-B347B8BD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AD242-FF38-486E-A03E-DC50987D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3562EB-4796-4D7A-AA23-E14E2B6F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75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CB4C4-32A6-4ECB-81E2-75CB49A3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3540DB-5F8A-4797-8F89-3B9D62EDC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991DF1-ABCE-4B64-9EBA-495EEED9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CE0DA8-18F3-4C72-B51D-EA63C3DE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46D2B0-41CD-49A1-B78C-527087C4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4D50A4-143C-408F-836D-13FEA1E22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13901F-7094-4670-B97D-8F3867408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1C852-7121-4D3D-89E1-EBCC7A28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CB24B-8D59-4960-B13C-1945CF1F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852B18-043C-4677-A6C2-22571F2D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89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6410A-AA4D-4A07-8215-64395FD2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C3D855-9FB7-453C-8872-E2FD03B4E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F75608-BFB2-46AA-B87F-9994C8900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6A831-08E2-4722-8AF5-3DF7DCBC8EC5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BA37C4-994B-4EBB-9AA1-765B8245E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878FD1-B868-4D48-B76A-B19D0CD84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093E0-ED58-4D1E-B8D7-9E38B99AF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34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C8EA4-AD74-4879-B171-8049E9145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Математические объекты и</a:t>
            </a:r>
            <a:br>
              <a:rPr lang="ru-RU" dirty="0"/>
            </a:br>
            <a:r>
              <a:rPr lang="ru-RU" dirty="0"/>
              <a:t>их представления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482F7B-F840-4F35-800F-63C290D96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Салимов Д.Р.</a:t>
            </a:r>
          </a:p>
          <a:p>
            <a:pPr algn="r"/>
            <a:r>
              <a:rPr lang="ru-RU" dirty="0"/>
              <a:t>2 группа, 2 подгруппа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17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BD630-A03F-4304-BF5C-C19811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15367"/>
          </a:xfrm>
        </p:spPr>
        <p:txBody>
          <a:bodyPr>
            <a:normAutofit fontScale="90000"/>
          </a:bodyPr>
          <a:lstStyle/>
          <a:p>
            <a:r>
              <a:rPr lang="ru-RU" dirty="0"/>
              <a:t>Математический объект - это абстрактный</a:t>
            </a:r>
            <a:br>
              <a:rPr lang="ru-RU" dirty="0"/>
            </a:br>
            <a:r>
              <a:rPr lang="ru-RU" dirty="0"/>
              <a:t>объект, определяемый и изучаемый в</a:t>
            </a:r>
            <a:br>
              <a:rPr lang="ru-RU" dirty="0"/>
            </a:br>
            <a:r>
              <a:rPr lang="ru-RU" dirty="0"/>
              <a:t>математике.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055AFF-9B17-4739-AA0A-39644742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9091"/>
            <a:ext cx="10515600" cy="376787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Типы представлений:</a:t>
            </a:r>
          </a:p>
          <a:p>
            <a:r>
              <a:rPr lang="ru-RU" dirty="0"/>
              <a:t>Иерархия абстракций</a:t>
            </a:r>
          </a:p>
          <a:p>
            <a:r>
              <a:rPr lang="ru-RU" dirty="0"/>
              <a:t>Приближение</a:t>
            </a:r>
          </a:p>
          <a:p>
            <a:r>
              <a:rPr lang="ru-RU" dirty="0" err="1"/>
              <a:t>Эвкивалент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955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FBD8F-3562-4C35-B440-9CC46D9B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математические объекты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82906B-9A82-4A25-850C-4DF19BEC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Целые числа</a:t>
            </a:r>
          </a:p>
          <a:p>
            <a:r>
              <a:rPr lang="ru-RU" dirty="0"/>
              <a:t>Рациональные числа</a:t>
            </a:r>
          </a:p>
          <a:p>
            <a:r>
              <a:rPr lang="ru-RU" dirty="0"/>
              <a:t>Логарифмы</a:t>
            </a:r>
          </a:p>
          <a:p>
            <a:r>
              <a:rPr lang="ru-RU" dirty="0"/>
              <a:t>Тригонометрические объекты</a:t>
            </a:r>
          </a:p>
          <a:p>
            <a:r>
              <a:rPr lang="ru-RU" dirty="0"/>
              <a:t>Степень числа</a:t>
            </a:r>
          </a:p>
          <a:p>
            <a:r>
              <a:rPr lang="ru-RU" dirty="0"/>
              <a:t>Корень из числа</a:t>
            </a:r>
          </a:p>
          <a:p>
            <a:r>
              <a:rPr lang="ru-RU" dirty="0"/>
              <a:t>Модуль числа</a:t>
            </a:r>
          </a:p>
          <a:p>
            <a:r>
              <a:rPr lang="ru-RU" dirty="0"/>
              <a:t>Матрицы </a:t>
            </a:r>
          </a:p>
        </p:txBody>
      </p:sp>
    </p:spTree>
    <p:extLst>
      <p:ext uri="{BB962C8B-B14F-4D97-AF65-F5344CB8AC3E}">
        <p14:creationId xmlns:p14="http://schemas.microsoft.com/office/powerpoint/2010/main" val="1406647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215AC-C1C7-4EDB-B973-DA579214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целых чисел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57CDF4-BCF7-42D0-B7C8-F094B9DF0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В математике: </a:t>
            </a:r>
          </a:p>
          <a:p>
            <a:pPr marL="0" indent="0" algn="just">
              <a:buNone/>
            </a:pPr>
            <a:r>
              <a:rPr lang="ru-RU" sz="2400" dirty="0"/>
              <a:t>Целые числа – расширение множества натуральных чисел, получаемое добавлением к нему нуля и отрицательных чисел.</a:t>
            </a:r>
          </a:p>
          <a:p>
            <a:pPr marL="0" indent="0" algn="just">
              <a:buNone/>
            </a:pPr>
            <a:r>
              <a:rPr lang="ru-RU" sz="2400" b="1" dirty="0"/>
              <a:t>В компьютерной алгебре:</a:t>
            </a:r>
          </a:p>
          <a:p>
            <a:pPr algn="just"/>
            <a:r>
              <a:rPr lang="ru-RU" sz="2400" dirty="0"/>
              <a:t>Ограниченной точности - когда кол-во цифр в целом числе задано.</a:t>
            </a:r>
          </a:p>
          <a:p>
            <a:pPr algn="just"/>
            <a:r>
              <a:rPr lang="ru-RU" sz="2400" dirty="0"/>
              <a:t>Произвольно заданной точности – кол-во цифр в заданном числе можно менять, но только один раз – задавать перед вычислениями.</a:t>
            </a:r>
          </a:p>
          <a:p>
            <a:pPr algn="just"/>
            <a:r>
              <a:rPr lang="ru-RU" sz="2400" dirty="0"/>
              <a:t>Неограниченной точности – когда кол-во цифр в числе не ограничивается никаким наперед заданным числом (кроме ограничений, связанных с размером памяти машины).</a:t>
            </a:r>
          </a:p>
        </p:txBody>
      </p:sp>
    </p:spTree>
    <p:extLst>
      <p:ext uri="{BB962C8B-B14F-4D97-AF65-F5344CB8AC3E}">
        <p14:creationId xmlns:p14="http://schemas.microsoft.com/office/powerpoint/2010/main" val="47186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9BAB2-C23B-4595-A3B9-114A96F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рациональных чисел</a:t>
            </a:r>
            <a:br>
              <a:rPr lang="ru-RU" dirty="0"/>
            </a:br>
            <a:r>
              <a:rPr lang="ru-RU" dirty="0"/>
              <a:t>произвольной точности(дробных)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6D255-B66E-420B-9B73-2C86AD33F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В математике:</a:t>
            </a:r>
          </a:p>
          <a:p>
            <a:pPr marL="0" indent="0">
              <a:buNone/>
            </a:pPr>
            <a:r>
              <a:rPr lang="ru-RU" dirty="0"/>
              <a:t>Рациональные числа – числа вида </a:t>
            </a:r>
            <a:r>
              <a:rPr lang="en-US" dirty="0"/>
              <a:t>p/q</a:t>
            </a:r>
            <a:r>
              <a:rPr lang="ru-RU" dirty="0"/>
              <a:t>, где </a:t>
            </a:r>
            <a:r>
              <a:rPr lang="en-US" dirty="0"/>
              <a:t>p </a:t>
            </a:r>
            <a:r>
              <a:rPr lang="ru-RU" dirty="0"/>
              <a:t>и </a:t>
            </a:r>
            <a:r>
              <a:rPr lang="en-US" dirty="0"/>
              <a:t>q – </a:t>
            </a:r>
            <a:r>
              <a:rPr lang="ru-RU" dirty="0"/>
              <a:t>целые числа.</a:t>
            </a:r>
          </a:p>
          <a:p>
            <a:pPr marL="0" indent="0">
              <a:buNone/>
            </a:pPr>
            <a:r>
              <a:rPr lang="ru-RU" b="1" dirty="0"/>
              <a:t>В компьютерной алгебре:</a:t>
            </a:r>
          </a:p>
          <a:p>
            <a:pPr marL="0" indent="0">
              <a:buNone/>
            </a:pPr>
            <a:r>
              <a:rPr lang="ru-RU" dirty="0"/>
              <a:t>Отношение числителя и знаменателя (оба – числа произвольной точности) (более точно, в виде записи, хранящей ссылку на список – числитель и ссылку на список – знаменатель). Например, -2</a:t>
            </a:r>
            <a:r>
              <a:rPr lang="en-US" dirty="0"/>
              <a:t>/</a:t>
            </a:r>
            <a:r>
              <a:rPr lang="ru-RU" dirty="0"/>
              <a:t>3; 4</a:t>
            </a:r>
            <a:r>
              <a:rPr lang="en-US" dirty="0"/>
              <a:t>/</a:t>
            </a:r>
            <a:r>
              <a:rPr lang="ru-RU" dirty="0"/>
              <a:t>-6</a:t>
            </a:r>
            <a:r>
              <a:rPr lang="en-US" dirty="0"/>
              <a:t>; -4/6 –</a:t>
            </a:r>
            <a:r>
              <a:rPr lang="ru-RU" dirty="0"/>
              <a:t> представляют одно и то же число.</a:t>
            </a:r>
          </a:p>
        </p:txBody>
      </p:sp>
    </p:spTree>
    <p:extLst>
      <p:ext uri="{BB962C8B-B14F-4D97-AF65-F5344CB8AC3E}">
        <p14:creationId xmlns:p14="http://schemas.microsoft.com/office/powerpoint/2010/main" val="57343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1D08A-B308-40F1-BD39-C66AE3FD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Представления матриц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1D5D-B5DD-45CA-9B31-AA890A3C7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В математике: </a:t>
            </a:r>
          </a:p>
          <a:p>
            <a:pPr marL="0" indent="0">
              <a:buNone/>
            </a:pPr>
            <a:r>
              <a:rPr lang="ru-RU" dirty="0"/>
              <a:t>Матрицы представляются в виде строк и столбцов, содержащих элементы. У каждого элемента есть свой индекс – </a:t>
            </a:r>
            <a:r>
              <a:rPr lang="en-US" i="1" dirty="0"/>
              <a:t>a11</a:t>
            </a:r>
            <a:r>
              <a:rPr lang="en-US" dirty="0"/>
              <a:t> </a:t>
            </a:r>
            <a:r>
              <a:rPr lang="ru-RU" dirty="0"/>
              <a:t>означает, что элемент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ru-RU" dirty="0"/>
              <a:t>находится в первой строке и в первом столбце.</a:t>
            </a:r>
          </a:p>
          <a:p>
            <a:pPr marL="0" indent="0">
              <a:buNone/>
            </a:pPr>
            <a:r>
              <a:rPr lang="ru-RU" b="1" dirty="0"/>
              <a:t>В компьютерной алгебре:</a:t>
            </a:r>
          </a:p>
          <a:p>
            <a:pPr marL="0" indent="0">
              <a:buNone/>
            </a:pPr>
            <a:r>
              <a:rPr lang="ru-RU" dirty="0"/>
              <a:t>Для представления матриц обычно используется плотное представление (т.е. хранятся все элементы матриц, включая нулевые).</a:t>
            </a:r>
          </a:p>
        </p:txBody>
      </p:sp>
    </p:spTree>
    <p:extLst>
      <p:ext uri="{BB962C8B-B14F-4D97-AF65-F5344CB8AC3E}">
        <p14:creationId xmlns:p14="http://schemas.microsoft.com/office/powerpoint/2010/main" val="226807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CB6F5-4D3C-41D4-9FED-E47B2AB6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объектов в</a:t>
            </a:r>
            <a:br>
              <a:rPr lang="ru-RU" dirty="0"/>
            </a:br>
            <a:r>
              <a:rPr lang="ru-RU" dirty="0"/>
              <a:t>математике: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B17658-026C-4998-B183-6F8CE8D26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Целые числа: 7; 17; 100</a:t>
                </a:r>
              </a:p>
              <a:p>
                <a:r>
                  <a:rPr lang="ru-RU" dirty="0"/>
                  <a:t>Рациональные числа: 3,14; 1,5</a:t>
                </a:r>
              </a:p>
              <a:p>
                <a:r>
                  <a:rPr lang="ru-RU" dirty="0"/>
                  <a:t>Логарифм: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u-RU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fName>
                      <m:e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func>
                  </m:oMath>
                </a14:m>
                <a:endParaRPr lang="ru-RU" dirty="0"/>
              </a:p>
              <a:p>
                <a:r>
                  <a:rPr lang="ru-RU" dirty="0"/>
                  <a:t>Тригонометрические объекты: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ru-RU" dirty="0"/>
              </a:p>
              <a:p>
                <a:r>
                  <a:rPr lang="ru-RU" dirty="0"/>
                  <a:t>Степень числа: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ru-RU" dirty="0"/>
              </a:p>
              <a:p>
                <a:r>
                  <a:rPr lang="ru-RU" dirty="0"/>
                  <a:t>Корень из числа: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endParaRPr lang="ru-RU" dirty="0"/>
              </a:p>
              <a:p>
                <a:r>
                  <a:rPr lang="ru-RU" dirty="0"/>
                  <a:t>Модуль из числа: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−21</m:t>
                        </m:r>
                      </m:e>
                    </m:d>
                  </m:oMath>
                </a14:m>
                <a:endParaRPr lang="ru-RU" dirty="0"/>
              </a:p>
              <a:p>
                <a:r>
                  <a:rPr lang="ru-RU" dirty="0"/>
                  <a:t>Матрицы: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B17658-026C-4998-B183-6F8CE8D26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4FF748-A6BD-4CA6-8AEB-4BFBFC87A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820" y="5397372"/>
            <a:ext cx="161947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7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7B09D-E0E9-4C80-B0C4-861CDD8F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объектов в СКА</a:t>
            </a:r>
            <a:br>
              <a:rPr lang="ru-RU" dirty="0"/>
            </a:br>
            <a:r>
              <a:rPr lang="ru-RU" dirty="0" err="1"/>
              <a:t>Maxima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280D20-1359-40F2-8608-9523EC2AA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1) Целые числа : 7</a:t>
            </a:r>
          </a:p>
          <a:p>
            <a:pPr marL="0" indent="0">
              <a:buNone/>
            </a:pPr>
            <a:r>
              <a:rPr lang="ru-RU" dirty="0"/>
              <a:t>2) Рациональные числа : 3 ,14</a:t>
            </a:r>
          </a:p>
          <a:p>
            <a:pPr marL="0" indent="0">
              <a:buNone/>
            </a:pPr>
            <a:r>
              <a:rPr lang="ru-RU" dirty="0"/>
              <a:t>3) Логарифм: </a:t>
            </a:r>
            <a:r>
              <a:rPr lang="ru-RU" dirty="0" err="1"/>
              <a:t>find_root</a:t>
            </a:r>
            <a:r>
              <a:rPr lang="ru-RU" dirty="0"/>
              <a:t>(x=</a:t>
            </a:r>
            <a:r>
              <a:rPr lang="ru-RU" dirty="0" err="1"/>
              <a:t>log</a:t>
            </a:r>
            <a:r>
              <a:rPr lang="ru-RU" dirty="0"/>
              <a:t>(27)/</a:t>
            </a:r>
            <a:r>
              <a:rPr lang="ru-RU" dirty="0" err="1"/>
              <a:t>log</a:t>
            </a:r>
            <a:r>
              <a:rPr lang="ru-RU" dirty="0"/>
              <a:t>(9), x , - 10000 ,10000 )</a:t>
            </a:r>
          </a:p>
          <a:p>
            <a:pPr marL="0" indent="0">
              <a:buNone/>
            </a:pPr>
            <a:r>
              <a:rPr lang="ru-RU" dirty="0"/>
              <a:t>4) Тригонометрические объекты: </a:t>
            </a:r>
            <a:r>
              <a:rPr lang="ru-RU" dirty="0" err="1"/>
              <a:t>find</a:t>
            </a:r>
            <a:r>
              <a:rPr lang="ru-RU" dirty="0"/>
              <a:t>_ </a:t>
            </a:r>
            <a:r>
              <a:rPr lang="ru-RU" dirty="0" err="1"/>
              <a:t>root</a:t>
            </a:r>
            <a:r>
              <a:rPr lang="ru-RU" dirty="0"/>
              <a:t>(x=</a:t>
            </a:r>
            <a:r>
              <a:rPr lang="ru-RU" dirty="0" err="1"/>
              <a:t>cos</a:t>
            </a:r>
            <a:r>
              <a:rPr lang="ru-RU" dirty="0"/>
              <a:t>(60), x , -100, 100)</a:t>
            </a:r>
          </a:p>
          <a:p>
            <a:pPr marL="0" indent="0">
              <a:buNone/>
            </a:pPr>
            <a:r>
              <a:rPr lang="ru-RU" dirty="0"/>
              <a:t>5) Степень числа : 10^2</a:t>
            </a:r>
          </a:p>
          <a:p>
            <a:pPr marL="0" indent="0">
              <a:buNone/>
            </a:pPr>
            <a:r>
              <a:rPr lang="ru-RU" dirty="0"/>
              <a:t>6) Корень из числа: </a:t>
            </a:r>
            <a:r>
              <a:rPr lang="ru-RU" dirty="0" err="1"/>
              <a:t>sqrt</a:t>
            </a:r>
            <a:r>
              <a:rPr lang="ru-RU" dirty="0"/>
              <a:t> (121)</a:t>
            </a:r>
          </a:p>
          <a:p>
            <a:pPr marL="0" indent="0">
              <a:buNone/>
            </a:pPr>
            <a:r>
              <a:rPr lang="ru-RU" dirty="0"/>
              <a:t>7) Модуль числа : </a:t>
            </a:r>
            <a:r>
              <a:rPr lang="ru-RU" dirty="0" err="1"/>
              <a:t>sqrt</a:t>
            </a:r>
            <a:r>
              <a:rPr lang="ru-RU" dirty="0"/>
              <a:t>(121)</a:t>
            </a:r>
          </a:p>
          <a:p>
            <a:pPr marL="0" indent="0">
              <a:buNone/>
            </a:pPr>
            <a:r>
              <a:rPr lang="ru-RU" dirty="0"/>
              <a:t>8) Матрицы: </a:t>
            </a:r>
            <a:r>
              <a:rPr lang="ru-RU" dirty="0" err="1"/>
              <a:t>matrix</a:t>
            </a:r>
            <a:r>
              <a:rPr lang="ru-RU" dirty="0"/>
              <a:t>([ 1,</a:t>
            </a:r>
            <a:r>
              <a:rPr lang="en-US" dirty="0"/>
              <a:t> </a:t>
            </a:r>
            <a:r>
              <a:rPr lang="ru-RU" dirty="0"/>
              <a:t>2,</a:t>
            </a:r>
            <a:r>
              <a:rPr lang="en-US" dirty="0"/>
              <a:t> </a:t>
            </a:r>
            <a:r>
              <a:rPr lang="ru-RU" dirty="0"/>
              <a:t>3],[ 4,</a:t>
            </a:r>
            <a:r>
              <a:rPr lang="en-US" dirty="0"/>
              <a:t> </a:t>
            </a:r>
            <a:r>
              <a:rPr lang="ru-RU" dirty="0"/>
              <a:t>5,</a:t>
            </a:r>
            <a:r>
              <a:rPr lang="en-US" dirty="0"/>
              <a:t> </a:t>
            </a:r>
            <a:r>
              <a:rPr lang="ru-RU" dirty="0"/>
              <a:t>6 ])</a:t>
            </a:r>
          </a:p>
        </p:txBody>
      </p:sp>
    </p:spTree>
    <p:extLst>
      <p:ext uri="{BB962C8B-B14F-4D97-AF65-F5344CB8AC3E}">
        <p14:creationId xmlns:p14="http://schemas.microsoft.com/office/powerpoint/2010/main" val="2765953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1846C-B0BC-47DC-AC79-2B5F21EA1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математических</a:t>
            </a:r>
            <a:br>
              <a:rPr lang="ru-RU" dirty="0"/>
            </a:br>
            <a:r>
              <a:rPr lang="ru-RU" dirty="0"/>
              <a:t>объектов в ПО </a:t>
            </a:r>
            <a:r>
              <a:rPr lang="ru-RU" dirty="0" err="1"/>
              <a:t>Excel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6A3C0A-D714-45DE-8D6E-F50B22C5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Целые числа : 7</a:t>
            </a:r>
          </a:p>
          <a:p>
            <a:pPr marL="0" indent="0">
              <a:buNone/>
            </a:pPr>
            <a:r>
              <a:rPr lang="ru-RU" dirty="0"/>
              <a:t>2) Рациональные числа : 3 ,14</a:t>
            </a:r>
          </a:p>
          <a:p>
            <a:pPr marL="0" indent="0">
              <a:buNone/>
            </a:pPr>
            <a:r>
              <a:rPr lang="ru-RU" dirty="0"/>
              <a:t>3) Логарифм: </a:t>
            </a:r>
            <a:r>
              <a:rPr lang="en-US" dirty="0"/>
              <a:t>log(27; [9])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4) Тригонометрические объекты</a:t>
            </a:r>
            <a:r>
              <a:rPr lang="en-US" dirty="0"/>
              <a:t>: cos(60)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5) Степень числа : </a:t>
            </a:r>
            <a:r>
              <a:rPr lang="en-US" dirty="0"/>
              <a:t>power(10; 2)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6) Корень из числа: корень(121</a:t>
            </a:r>
          </a:p>
          <a:p>
            <a:pPr marL="0" indent="0">
              <a:buNone/>
            </a:pPr>
            <a:r>
              <a:rPr lang="ru-RU" dirty="0"/>
              <a:t>7) Модуль числа : </a:t>
            </a:r>
            <a:r>
              <a:rPr lang="en-US" dirty="0"/>
              <a:t>abs(-120)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8) Матрицы: представляются итоговым результатом </a:t>
            </a:r>
          </a:p>
        </p:txBody>
      </p:sp>
    </p:spTree>
    <p:extLst>
      <p:ext uri="{BB962C8B-B14F-4D97-AF65-F5344CB8AC3E}">
        <p14:creationId xmlns:p14="http://schemas.microsoft.com/office/powerpoint/2010/main" val="414710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B6E12-8FD6-4478-A7C9-C83867CC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Представление</a:t>
            </a:r>
            <a:br>
              <a:rPr lang="ru-RU" dirty="0"/>
            </a:br>
            <a:r>
              <a:rPr lang="ru-RU" dirty="0"/>
              <a:t>математических объектов в </a:t>
            </a:r>
            <a:r>
              <a:rPr lang="ru-RU" dirty="0" err="1"/>
              <a:t>Pascal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26673F-8BE6-46A9-9A7C-54A05C4C5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Целые числа : 7</a:t>
            </a:r>
          </a:p>
          <a:p>
            <a:pPr marL="0" indent="0">
              <a:buNone/>
            </a:pPr>
            <a:r>
              <a:rPr lang="ru-RU" dirty="0"/>
              <a:t>2) Рациональные числа : 3 ,14</a:t>
            </a:r>
          </a:p>
          <a:p>
            <a:pPr marL="0" indent="0">
              <a:buNone/>
            </a:pPr>
            <a:r>
              <a:rPr lang="ru-RU" dirty="0"/>
              <a:t>3) Логарифм: </a:t>
            </a:r>
            <a:r>
              <a:rPr lang="en-US" dirty="0"/>
              <a:t>n := ln(x)/ln(y)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4) Тригонометрические объекты</a:t>
            </a:r>
            <a:r>
              <a:rPr lang="en-US" dirty="0"/>
              <a:t>: n :=  sin(60)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5) Степень числа :</a:t>
            </a:r>
            <a:r>
              <a:rPr lang="en-US" dirty="0"/>
              <a:t> n :=</a:t>
            </a:r>
            <a:r>
              <a:rPr lang="ru-RU" dirty="0"/>
              <a:t> </a:t>
            </a:r>
            <a:r>
              <a:rPr lang="en-US" dirty="0" err="1"/>
              <a:t>sqr</a:t>
            </a:r>
            <a:r>
              <a:rPr lang="en-US" dirty="0"/>
              <a:t>(10; 2)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6) Корень из числа: </a:t>
            </a:r>
            <a:r>
              <a:rPr lang="en-US" dirty="0"/>
              <a:t>n:= sqrt</a:t>
            </a:r>
            <a:r>
              <a:rPr lang="ru-RU" dirty="0"/>
              <a:t>(121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7) Модуль числа :</a:t>
            </a:r>
            <a:r>
              <a:rPr lang="en-US" dirty="0"/>
              <a:t> n:= </a:t>
            </a:r>
            <a:r>
              <a:rPr lang="ru-RU" dirty="0"/>
              <a:t> </a:t>
            </a:r>
            <a:r>
              <a:rPr lang="en-US" dirty="0"/>
              <a:t>abs(-120)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8) Матрицы: представляются итоговым результатом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1EA7A6-271B-4E68-A06E-C7C2B535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692" y="5167312"/>
            <a:ext cx="3164537" cy="111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753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608</Words>
  <Application>Microsoft Office PowerPoint</Application>
  <PresentationFormat>Широкоэкранный</PresentationFormat>
  <Paragraphs>70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Тема Office</vt:lpstr>
      <vt:lpstr>Математические объекты и их представления</vt:lpstr>
      <vt:lpstr>Математический объект - это абстрактный объект, определяемый и изучаемый в математике.</vt:lpstr>
      <vt:lpstr>Базовые математические объекты</vt:lpstr>
      <vt:lpstr>Представление целых чисел</vt:lpstr>
      <vt:lpstr>Представление рациональных чисел произвольной точности(дробных)</vt:lpstr>
      <vt:lpstr>Представления матриц</vt:lpstr>
      <vt:lpstr>Представление объектов в математике:</vt:lpstr>
      <vt:lpstr>Представление объектов в СКА Maxima</vt:lpstr>
      <vt:lpstr>Представление математических объектов в ПО Excel</vt:lpstr>
      <vt:lpstr>Представление математических объектов в Pascal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Математические объекты и их представления</dc:title>
  <dc:creator>пп пр</dc:creator>
  <cp:lastModifiedBy>пп пр</cp:lastModifiedBy>
  <cp:revision>1</cp:revision>
  <dcterms:created xsi:type="dcterms:W3CDTF">2022-12-18T16:04:22Z</dcterms:created>
  <dcterms:modified xsi:type="dcterms:W3CDTF">2022-12-18T16:39:49Z</dcterms:modified>
</cp:coreProperties>
</file>