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A0F3A-0317-4B1E-8451-AFD24278E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14A6D2-936A-4D49-A474-C9767A018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E2221-D9FA-4A3B-AC82-F687CBED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893F22-75EC-4C7E-8EBA-0498D439B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D883E6-7CD6-4531-98C8-7B93DEE4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528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D2B16-8251-464E-82E7-29837A6C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B59BC3-00D1-41AA-ABDA-B3E8C3A92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4D2863-3474-4D9E-8334-9AE346F4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099385-0D2F-4F2D-942A-A640DD47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7B9B32-0B3E-479E-9482-5683D9224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46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E62073-B874-4765-A00C-90041B33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7D82D0-BB42-4AFA-8A66-2EB325F4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75C9F6-F21A-477F-9833-3096774C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23CBB4-F01E-4696-A671-27CADB69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7CF7FA-338E-4B83-BCF0-4AFF29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52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3FE71-E56F-4A37-B38A-96446810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2F4E49-4FD8-48E3-B79E-FB3F7441B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D70A83-D58A-42D2-8350-5357FB535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A682BA-A994-4CA8-85E3-E1C0F63A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C5480E-26D7-4386-9582-367C1CF9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EBE5B9-E44E-4D99-A1F6-759A0A5E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09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A37A5A-F5FB-4230-AA28-3DE68CB6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163869-D6D7-4F9B-B5C5-A9C47F289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A93626-5066-4DB6-B6B3-D918F1CFF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86B7C6-7790-4796-A4BD-3646D5630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5747FE-9010-4BCF-86C8-B507DAA04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961792-14D4-48BB-8D3E-05640EEC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D43265-0381-4832-BEB9-0849EDB6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8EB01E9-D777-4A47-8471-32E2037A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99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4B3BAC-B450-400C-8FDC-19669FB0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4338EDF-3F0B-4960-9263-E46415EA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9E3AAA-83C3-43DE-B4CE-BEABB322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DEB973-EA7A-4116-9108-21AD3F390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81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251239-CA23-4501-AC41-6D704B17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95E854-B623-4CA7-BE8E-5849F47C5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2B0505-910D-421F-91FF-20FB4D17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88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9B600-B459-418D-866C-9E56446C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6C863-3D54-45F0-A4B4-825D16F55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46C38A-E6BC-4881-864E-5044FEF69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B2CFBA-5CA3-41F3-B112-4E542C66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B2AABE-0480-4AA7-A688-660355DDD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29CC8A-7D51-4262-93E7-D4384C20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96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02685-C1C1-4CCF-A799-9A62E1C2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08AF9D-CC08-45C5-9646-6A47E20BB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F91CBDC-0635-4F06-A94C-27BE86F2D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B628C4-31F3-41DD-82A7-1B1EEB22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0D1669-ADB9-4CB6-AD43-80C8E93E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67718F-7D0C-4259-901F-B1453E31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84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4924B-885E-4117-AAC4-B210BF56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2A0587-CCC1-4496-8E7A-E40E6455C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B62DD-01B5-4DAE-9B46-2ABBE254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BAD5A8-283D-4976-9BB6-6B57F9AD2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152763-7868-49B6-9B3D-A6C3250F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466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1998A9-5646-4E7E-9F05-9FAD555C4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FC128E-B23F-4302-BDFD-BBD83DA39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A10BA-6965-44D4-A3F0-08A2CB4D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A3CBB9-E2E9-4908-9126-19FC90B9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795E3B-2BFE-4F74-AD93-FAE62EDA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66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00DD65-2E31-48E8-80CE-D7E0D0DA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A4C481-5E4A-4BCC-A0C2-B588B0C40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E3A71-1799-4CC9-AFB5-4A94C7696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122FE-3DB9-4914-83CC-C1595E871952}" type="datetimeFigureOut">
              <a:rPr lang="ru-RU" smtClean="0"/>
              <a:t>18.12.2022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344CE9-0B9F-42E4-9FC0-DAB0A64F8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D13EA7-E4C7-44B1-A1DB-1113F9213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2FD6A-37D4-4E0A-9B8D-27AD19F207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788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2FE85-1093-4424-91DE-25E091992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ОКА. ВСР Тема 2.</a:t>
            </a:r>
            <a:br>
              <a:rPr lang="ru-RU" dirty="0"/>
            </a:br>
            <a:r>
              <a:rPr lang="ru-RU" dirty="0"/>
              <a:t>Задание 2.3.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78E71E-5BCB-45C4-9F72-5464CE5B0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Салимов Д.Р.</a:t>
            </a:r>
          </a:p>
          <a:p>
            <a:pPr algn="r"/>
            <a:r>
              <a:rPr lang="ru-RU" dirty="0"/>
              <a:t>2 группа, 2 подгруппа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446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AC0C5-102A-4FCF-B2C7-643984EA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math</a:t>
            </a:r>
            <a:r>
              <a:rPr lang="ru-RU" dirty="0"/>
              <a:t>. Для чего нужна.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784940-79CF-4E21-AEBD-7540EA953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Решает базовую арифметику. Работает с дробями, процентами и остальными базовыми элементами арифметики.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Также может быть заменой простого калькулятора.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Арифметические действия</a:t>
            </a:r>
          </a:p>
          <a:p>
            <a:r>
              <a:rPr lang="ru-RU" dirty="0"/>
              <a:t>Работа с процентами</a:t>
            </a:r>
          </a:p>
          <a:p>
            <a:r>
              <a:rPr lang="ru-RU" dirty="0"/>
              <a:t>Работа с весом цифры в числе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11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C1306-C715-4659-BC0B-209DAF52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math</a:t>
            </a:r>
            <a:r>
              <a:rPr lang="ru-RU" dirty="0"/>
              <a:t>. Примеры задач.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996DCB-0A47-4D47-9433-621802BA6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8336" y="1825625"/>
            <a:ext cx="8115328" cy="4351338"/>
          </a:xfrm>
        </p:spPr>
      </p:pic>
    </p:spTree>
    <p:extLst>
      <p:ext uri="{BB962C8B-B14F-4D97-AF65-F5344CB8AC3E}">
        <p14:creationId xmlns:p14="http://schemas.microsoft.com/office/powerpoint/2010/main" val="222015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89BDB-05B4-41B1-92FF-0B269C5F7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math</a:t>
            </a:r>
            <a:r>
              <a:rPr lang="ru-RU" dirty="0"/>
              <a:t>. Примеры задач.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FA0CB7F-76AE-40B4-A267-F8A3098D0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756" y="2076975"/>
            <a:ext cx="9402487" cy="3848637"/>
          </a:xfrm>
        </p:spPr>
      </p:pic>
    </p:spTree>
    <p:extLst>
      <p:ext uri="{BB962C8B-B14F-4D97-AF65-F5344CB8AC3E}">
        <p14:creationId xmlns:p14="http://schemas.microsoft.com/office/powerpoint/2010/main" val="150808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5610D-A9C8-471D-A1BE-B2BFB204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math</a:t>
            </a:r>
            <a:r>
              <a:rPr lang="ru-RU" dirty="0"/>
              <a:t>. Примеры задач.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F319638-C3EC-4B55-8787-A161F0978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125" y="1953133"/>
            <a:ext cx="9497750" cy="4096322"/>
          </a:xfrm>
        </p:spPr>
      </p:pic>
    </p:spTree>
    <p:extLst>
      <p:ext uri="{BB962C8B-B14F-4D97-AF65-F5344CB8AC3E}">
        <p14:creationId xmlns:p14="http://schemas.microsoft.com/office/powerpoint/2010/main" val="235356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ED24E-F0BD-47A1-B88B-DC653CE0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Elementary math</a:t>
            </a:r>
            <a:r>
              <a:rPr lang="ru-RU" dirty="0"/>
              <a:t>. Краткая инструкция.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14A2DF-94A6-40E3-9C32-FF9900186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начала ввести кодовые слова такие как: </a:t>
            </a:r>
            <a:r>
              <a:rPr lang="en-US" dirty="0"/>
              <a:t>value </a:t>
            </a:r>
            <a:r>
              <a:rPr lang="ru-RU" dirty="0"/>
              <a:t>или </a:t>
            </a:r>
            <a:r>
              <a:rPr lang="en-US" dirty="0"/>
              <a:t>miles </a:t>
            </a:r>
            <a:r>
              <a:rPr lang="ru-RU" dirty="0"/>
              <a:t>или </a:t>
            </a:r>
            <a:r>
              <a:rPr lang="en-US" dirty="0"/>
              <a:t>percentages</a:t>
            </a:r>
            <a:r>
              <a:rPr lang="ru-RU" dirty="0"/>
              <a:t>, а далее по подсказкам задать тот синтаксис, что поймет сайт и добавить цифры.</a:t>
            </a:r>
          </a:p>
        </p:txBody>
      </p:sp>
    </p:spTree>
    <p:extLst>
      <p:ext uri="{BB962C8B-B14F-4D97-AF65-F5344CB8AC3E}">
        <p14:creationId xmlns:p14="http://schemas.microsoft.com/office/powerpoint/2010/main" val="230528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E46A2-21E9-40AA-87D5-D9E75F18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Algebra.</a:t>
            </a:r>
            <a:r>
              <a:rPr lang="ru-RU" dirty="0"/>
              <a:t> Для чего нужна.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3D112E-C56B-4246-9946-CAB91E99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Упрощает сложные выражения</a:t>
            </a:r>
          </a:p>
          <a:p>
            <a:r>
              <a:rPr lang="ru-RU" dirty="0"/>
              <a:t>Работает с переменными</a:t>
            </a:r>
          </a:p>
          <a:p>
            <a:r>
              <a:rPr lang="ru-RU" dirty="0"/>
              <a:t>Работает с «иррациональными функциями»: корни,  степени и т.д.</a:t>
            </a:r>
            <a:endParaRPr lang="en-US" dirty="0"/>
          </a:p>
          <a:p>
            <a:r>
              <a:rPr lang="ru-RU" dirty="0"/>
              <a:t>Представляет решение уравнений графическим способом</a:t>
            </a:r>
          </a:p>
        </p:txBody>
      </p:sp>
    </p:spTree>
    <p:extLst>
      <p:ext uri="{BB962C8B-B14F-4D97-AF65-F5344CB8AC3E}">
        <p14:creationId xmlns:p14="http://schemas.microsoft.com/office/powerpoint/2010/main" val="1386072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7E73B-1AF6-415C-8DD2-88FCAFFA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</a:t>
            </a:r>
            <a:r>
              <a:rPr lang="ru-RU" dirty="0"/>
              <a:t>. Примеры задач.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5868EEC-830C-4AEC-BC85-2F538737F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9936" y="1825625"/>
            <a:ext cx="6432128" cy="4351338"/>
          </a:xfrm>
        </p:spPr>
      </p:pic>
    </p:spTree>
    <p:extLst>
      <p:ext uri="{BB962C8B-B14F-4D97-AF65-F5344CB8AC3E}">
        <p14:creationId xmlns:p14="http://schemas.microsoft.com/office/powerpoint/2010/main" val="168443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5AF8A-6DB7-4F5E-89E9-2D86C9A0F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</a:t>
            </a:r>
            <a:r>
              <a:rPr lang="ru-RU" dirty="0"/>
              <a:t>. Примеры задач.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745074B-FD60-4CB5-A141-F022CD6B0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625" y="2334186"/>
            <a:ext cx="9316750" cy="3334215"/>
          </a:xfrm>
        </p:spPr>
      </p:pic>
    </p:spTree>
    <p:extLst>
      <p:ext uri="{BB962C8B-B14F-4D97-AF65-F5344CB8AC3E}">
        <p14:creationId xmlns:p14="http://schemas.microsoft.com/office/powerpoint/2010/main" val="220543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378DC-6E09-4239-A43A-D5E075BB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</a:t>
            </a:r>
            <a:r>
              <a:rPr lang="ru-RU" dirty="0"/>
              <a:t>. Краткая инструкция.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19D77-9677-4DC7-8EE9-E88E866DB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Синтаксис в поле ввода интуитивно понятный, так как использует общепринятые знаки. Таким образом, все что остается – это ввести необходимое выражение, подтвердить его внутренним «исправителем», что предлагает понятные для сайта варианты записи, и наблюдать свой результат.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621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5548C-512B-424D-A6D3-69E5D963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Liner Algebra. </a:t>
            </a:r>
            <a:r>
              <a:rPr lang="ru-RU" dirty="0"/>
              <a:t>Для чего используется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866854-B8D1-4D37-8B8A-A3BB39B6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Работает с матрицами и векторами</a:t>
            </a:r>
          </a:p>
          <a:p>
            <a:r>
              <a:rPr lang="ru-RU" dirty="0"/>
              <a:t>Приводит матрицы к ступенчатому виду</a:t>
            </a:r>
          </a:p>
          <a:p>
            <a:r>
              <a:rPr lang="ru-RU" dirty="0"/>
              <a:t>Проводит арифметические действия с матрицами</a:t>
            </a:r>
          </a:p>
        </p:txBody>
      </p:sp>
    </p:spTree>
    <p:extLst>
      <p:ext uri="{BB962C8B-B14F-4D97-AF65-F5344CB8AC3E}">
        <p14:creationId xmlns:p14="http://schemas.microsoft.com/office/powerpoint/2010/main" val="342824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4BAD4-B4FF-40C1-9EC6-9FDAA76B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Liner Algebra. </a:t>
            </a:r>
            <a:r>
              <a:rPr lang="ru-RU" dirty="0"/>
              <a:t>Примеры.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C0D3A3-46A9-462D-AD3F-780187254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993" y="2381818"/>
            <a:ext cx="9412013" cy="3238952"/>
          </a:xfrm>
        </p:spPr>
      </p:pic>
    </p:spTree>
    <p:extLst>
      <p:ext uri="{BB962C8B-B14F-4D97-AF65-F5344CB8AC3E}">
        <p14:creationId xmlns:p14="http://schemas.microsoft.com/office/powerpoint/2010/main" val="3453093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4BAD4-B4FF-40C1-9EC6-9FDAA76B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Liner Algebra. </a:t>
            </a:r>
            <a:r>
              <a:rPr lang="ru-RU" dirty="0"/>
              <a:t>Примеры.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FCEC768-F143-4D7B-A17C-207C75C3F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467" y="1857870"/>
            <a:ext cx="9431066" cy="4286848"/>
          </a:xfrm>
        </p:spPr>
      </p:pic>
    </p:spTree>
    <p:extLst>
      <p:ext uri="{BB962C8B-B14F-4D97-AF65-F5344CB8AC3E}">
        <p14:creationId xmlns:p14="http://schemas.microsoft.com/office/powerpoint/2010/main" val="65037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6EC0D-D445-4332-AD13-C8C97F22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Liner Algebra. </a:t>
            </a:r>
            <a:r>
              <a:rPr lang="ru-RU" dirty="0"/>
              <a:t>Примеры.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A8C0293-CA16-4504-830A-64AEE68CB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519" y="2377055"/>
            <a:ext cx="9392961" cy="3248478"/>
          </a:xfrm>
        </p:spPr>
      </p:pic>
    </p:spTree>
    <p:extLst>
      <p:ext uri="{BB962C8B-B14F-4D97-AF65-F5344CB8AC3E}">
        <p14:creationId xmlns:p14="http://schemas.microsoft.com/office/powerpoint/2010/main" val="155683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55C05-63E2-40DB-802C-205B254E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Liner Algebra. </a:t>
            </a:r>
            <a:r>
              <a:rPr lang="ru-RU" dirty="0"/>
              <a:t>Краткая инструкция.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7B6920-9AB8-42DF-B0ED-6A7D1EF46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сайте широкий ассортимент работы с матрицами. Проще будет переходить по похожему примеру (например как на </a:t>
            </a:r>
            <a:r>
              <a:rPr lang="ru-RU"/>
              <a:t>предыдущих слайдах) </a:t>
            </a:r>
            <a:r>
              <a:rPr lang="ru-RU" dirty="0"/>
              <a:t>и задавать </a:t>
            </a:r>
            <a:r>
              <a:rPr lang="ru-RU"/>
              <a:t>свои параметры.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717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271</Words>
  <Application>Microsoft Office PowerPoint</Application>
  <PresentationFormat>Широкоэкранный</PresentationFormat>
  <Paragraphs>34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ОКА. ВСР Тема 2. Задание 2.3. </vt:lpstr>
      <vt:lpstr>Elementary math. Для чего нужна.</vt:lpstr>
      <vt:lpstr>Elementary math. Примеры задач.</vt:lpstr>
      <vt:lpstr>Elementary math. Примеры задач.</vt:lpstr>
      <vt:lpstr>Elementary math. Примеры задач.</vt:lpstr>
      <vt:lpstr>Elementary math. Краткая инструкция.</vt:lpstr>
      <vt:lpstr>Algebra. Для чего нужна.</vt:lpstr>
      <vt:lpstr>Algebra. Примеры задач.</vt:lpstr>
      <vt:lpstr>Algebra. Примеры задач.</vt:lpstr>
      <vt:lpstr>Algebra. Краткая инструкция.</vt:lpstr>
      <vt:lpstr>Liner Algebra. Для чего используется</vt:lpstr>
      <vt:lpstr>Liner Algebra. Примеры.</vt:lpstr>
      <vt:lpstr>Liner Algebra. Примеры.</vt:lpstr>
      <vt:lpstr>Liner Algebra. Примеры.</vt:lpstr>
      <vt:lpstr>Liner Algebra. Краткая инструкция.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ОКА. ВСР Тема 2. Задание 2.3. </dc:title>
  <dc:creator>пп пр</dc:creator>
  <cp:lastModifiedBy>пп пр</cp:lastModifiedBy>
  <cp:revision>1</cp:revision>
  <dcterms:created xsi:type="dcterms:W3CDTF">2022-12-18T16:54:28Z</dcterms:created>
  <dcterms:modified xsi:type="dcterms:W3CDTF">2022-12-18T17:18:38Z</dcterms:modified>
</cp:coreProperties>
</file>